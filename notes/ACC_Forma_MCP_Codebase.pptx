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svg" ContentType="image/svg+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8a7e2c1764004155" Type="http://schemas.openxmlformats.org/officeDocument/2006/relationships/officeDocument" Target="ppt/presentation.xml"/><Relationship Id="Ra866214158a74ed9" Type="http://schemas.openxmlformats.org/officeDocument/2006/relationships/extended-properties" Target="docProps/app.xml"/><Relationship Id="Rcfc81030c8d24afd"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f20c31ca73445b6"/>
  </p:sldMasterIdLst>
  <p:notesMasterIdLst>
    <p:notesMasterId xmlns:r="http://schemas.openxmlformats.org/officeDocument/2006/relationships" r:id="R99d612a7030f4a40"/>
  </p:notesMasterIdLst>
  <p:sldIdLst>
    <p:sldId xmlns:ns0="http://schemas.openxmlformats.org/officeDocument/2006/relationships" id="256" ns0:id="rId6"/>
    <p:sldId xmlns:ns0="http://schemas.openxmlformats.org/officeDocument/2006/relationships" id="257" ns0:id="rId7"/>
    <p:sldId xmlns:ns0="http://schemas.openxmlformats.org/officeDocument/2006/relationships" id="258" ns0:id="rId8"/>
    <p:sldId xmlns:ns0="http://schemas.openxmlformats.org/officeDocument/2006/relationships" id="259" ns0:id="rId9"/>
    <p:sldId xmlns:ns0="http://schemas.openxmlformats.org/officeDocument/2006/relationships" id="260" ns0:id="rId10"/>
    <p:sldId xmlns:ns0="http://schemas.openxmlformats.org/officeDocument/2006/relationships" id="261" ns0:id="rId11"/>
    <p:sldId xmlns:ns0="http://schemas.openxmlformats.org/officeDocument/2006/relationships" id="262" ns0:id="rId12"/>
    <p:sldId xmlns:ns0="http://schemas.openxmlformats.org/officeDocument/2006/relationships" id="263" ns0:id="rId13"/>
    <p:sldId xmlns:ns0="http://schemas.openxmlformats.org/officeDocument/2006/relationships" id="264" ns0:id="rId14"/>
    <p:sldId xmlns:ns0="http://schemas.openxmlformats.org/officeDocument/2006/relationships" id="265" ns0:id="rId15"/>
    <p:sldId xmlns:ns0="http://schemas.openxmlformats.org/officeDocument/2006/relationships" id="266" ns0:id="rId16"/>
    <p:sldId xmlns:ns0="http://schemas.openxmlformats.org/officeDocument/2006/relationships" id="267" ns0:id="rId17"/>
    <p:sldId xmlns:ns0="http://schemas.openxmlformats.org/officeDocument/2006/relationships" id="268" ns0:id="rId18"/>
    <p:sldId xmlns:ns0="http://schemas.openxmlformats.org/officeDocument/2006/relationships" id="269" ns0:id="rId19"/>
    <p:sldId xmlns:ns0="http://schemas.openxmlformats.org/officeDocument/2006/relationships" id="270" ns0:id="rId20"/>
    <p:sldId xmlns:ns0="http://schemas.openxmlformats.org/officeDocument/2006/relationships" id="271" ns0:id="rId21"/>
    <p:sldId xmlns:ns0="http://schemas.openxmlformats.org/officeDocument/2006/relationships" id="272" ns0:id="rId2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2ecde16f7b2940aa" Type="http://schemas.openxmlformats.org/officeDocument/2006/relationships/presProps" Target="presProps.xml"/><Relationship Id="R6b4d6aa982254856" Type="http://schemas.openxmlformats.org/officeDocument/2006/relationships/theme" Target="theme/theme1.xml"/><Relationship Id="R8b21b2d4bf8849b0" Type="http://schemas.openxmlformats.org/officeDocument/2006/relationships/tableStyles" Target="tableStyles.xml"/><Relationship Id="R99d612a7030f4a40" Type="http://schemas.openxmlformats.org/officeDocument/2006/relationships/notesMaster" Target="notesMasters/notesMaster1.xml"/><Relationship Id="Raf20c31ca73445b6"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436e0e7955d247ee"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ight template (light content slides only)">
  <a:themeElements>
    <a:clrScheme name="Autodesk">
      <a:dk1>
        <a:srgbClr val="000000"/>
      </a:dk1>
      <a:lt1>
        <a:srgbClr val="FFFFFF"/>
      </a:lt1>
      <a:dk2>
        <a:srgbClr val="666666"/>
      </a:dk2>
      <a:lt2>
        <a:srgbClr val="F5F5F0"/>
      </a:lt2>
      <a:accent1>
        <a:srgbClr val="F09D4F"/>
      </a:accent1>
      <a:accent2>
        <a:srgbClr val="F2510A"/>
      </a:accent2>
      <a:accent3>
        <a:srgbClr val="1D91D0"/>
      </a:accent3>
      <a:accent4>
        <a:srgbClr val="2AD0A9"/>
      </a:accent4>
      <a:accent5>
        <a:srgbClr val="FFFE00"/>
      </a:accent5>
      <a:accent6>
        <a:srgbClr val="D5D5CB"/>
      </a:accent6>
      <a:hlink>
        <a:srgbClr val="1278AF"/>
      </a:hlink>
      <a:folHlink>
        <a:srgbClr val="D34612"/>
      </a:folHlink>
    </a:clrScheme>
    <a:fontScheme name="Autodesk">
      <a:majorFont>
        <a:latin typeface="Artifakt Legend"/>
        <a:ea typeface=""/>
        <a:cs typeface=""/>
      </a:majorFont>
      <a:minorFont>
        <a:latin typeface="Artifakt Element"/>
        <a:ea typeface=""/>
        <a:cs typeface=""/>
      </a:minorFont>
    </a:fontScheme>
    <a:fmtScheme name="Autodes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This server is a plug between an AI client and Autodesk Construction Cloud. It exposes 46 tools over stdio. What makes it different from a plain API wrapper is the safety layer: every write is previewed and approved first, and everything that happened is written to a tamper-evident log.</a:t>
            </a:r>
          </a:p>
          <a:p/>
          <a:p>
            <a:r>
              <a:t>VI: Server này là cái phích cắm giữa AI client và ACC/Forma, phơi ra 46 tool qua stdio. Khác biệt so với một API wrapper thường là tầng safety: mọi thao tác ghi đều phải xem trước và được duyệt, và mọi thứ đã xảy ra đều vào một cuốn sổ không sửa được.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Three real fears when you let an LLM touch project data: it can hallucinate a payload and write it for real; nobody can reconstruct what it did; and a credential that sees 300 projects lets it wander. Each fear produced one pillar of this codebase.</a:t>
            </a:r>
          </a:p>
          <a:p/>
          <a:p>
            <a:r>
              <a:t>VI: Ba nỗi sợ thật khi cho LLM đụng dữ liệu dự án: nó có thể đoán bừa payload rồi ghi thật; không ai dựng lại được nó đã làm gì; và credential nhìn thấy 300 project thì nó đi lạc. Mỗi nỗi sợ đẻ ra một trụ cột.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Four layers plus one gate. The client speaks stdio JSON-RPC. index.ts builds the context and server.ts registers all 46 tools, each wrapped by _wrap.ts. The tools themselves are deliberately dumb: they declare a schema and call an api client. All safety lives in one file.</a:t>
            </a:r>
          </a:p>
          <a:p/>
          <a:p>
            <a:r>
              <a:t>VI: Bốn tầng cộng một cửa ải. Client nói stdio JSON-RPC. index.ts dựng context, server.ts đăng ký 46 tool, mỗi tool đều bọc bằng _wrap.ts. Bản thân các tool cố tình 'ngu': chỉ khai schema và gọi api client. Toàn bộ an toàn nằm ở một file duy nhất.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The most common misunderstanding. An MCP server is a child process spawned by the client, talking JSON-RPC over stdin and stdout. No port, no HTTP. The practical consequence: to test it for real you must spawn the process and write JSON to its stdin — you cannot curl it.</a:t>
            </a:r>
          </a:p>
          <a:p/>
          <a:p>
            <a:r>
              <a:t>VI: Hiểu nhầm phổ biến nhất. MCP server là process con do client sinh ra, nói JSON-RPC qua stdin/stdout. Không port, không HTTP. Hệ quả thực tế: muốn test thật thì phải spawn process và ghi JSON vào stdin, không curl được.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 tool is just a typed object. Two things are easy to miss. First, description is not an internal comment: the LLM reads it to choose a tool, and Autodesk reviews it at submission. Second, scope is a required field, so forgetting it is a compile error rather than a silent hole.</a:t>
            </a:r>
          </a:p>
          <a:p/>
          <a:p>
            <a:r>
              <a:t>VI: Tool chỉ là một object có kiểu. Hai điểm dễ bỏ sót. Một: description không phải comment nội bộ — LLM đọc nó để chọn tool, và Autodesk review nó khi submit. Hai: scope là field bắt buộc, nên quên khai là lỗi biên dịch chứ không phải lỗ hổng im lặng.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Forty-six tools across eleven domains, of which only nine write. Webhooks is amber because it is the one mutation that configures ongoing egress: once created, Autodesk keeps POSTing project events to a third-party URL with no further call from us.</a:t>
            </a:r>
          </a:p>
          <a:p/>
          <a:p>
            <a:r>
              <a:t>VI: 46 tool thuộc 11 nhóm, chỉ 9 tool ghi. Webhooks tô màu amber vì nó là mutation duy nhất cấu hình egress lâu dài: tạo xong là Autodesk cứ thế POST dữ liệu sự kiện tới URL bên thứ ba, không cần gọi lại từ 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 dangerous operation is split in two: preview first, then confirm. The ticket is not a shared password — it is cryptographically bound to the exact payload that was previewed. Change one character of the title between the two calls and the token is void.</a:t>
            </a:r>
          </a:p>
          <a:p/>
          <a:p>
            <a:r>
              <a:t>VI: Thao tác nguy hiểm chia hai bước: xem trước rồi xác nhận. Cái vé không phải mật khẩu chung — nó bị buộc bằng mật mã vào đúng payload đã xem. Đổi một ký tự trong title giữa hai lượt là token vô hiệu.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Turn one. The LLM omits dry_run, so zod fills in true. The wrapper runs all six gates and stops at step six: it returns a full preview plus a token, and writes an audit entry. Note the log holds only a fingerprint of the token, never the live token.</a:t>
            </a:r>
          </a:p>
          <a:p/>
          <a:p>
            <a:r>
              <a:t>VI: Lượt một. LLM không gửi dry_run nên zod điền true. Wrapper chạy hết sáu cổng rồi dừng ở bước sáu: trả preview đầy đủ kèm token, và ghi một dòng audit. Chú ý log chỉ giữ fingerprint của token, không bao giờ giữ token sống.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Turn two re-runs every gate before checking the token, because the input may have changed between calls. Two details worth remembering: the token is deleted the moment it is consumed, and a 500 on a mutation is recorded as outcome_unknown, not as a failure — the POST already left, so ACC may have applied it before erroring.</a:t>
            </a:r>
          </a:p>
          <a:p/>
          <a:p>
            <a:r>
              <a:t>VI: Lượt hai chạy lại mọi cổng TRƯỚC khi kiểm token, vì input có thể đã đổi giữa hai lượt. Hai chi tiết đáng nhớ: token bị xoá ngay khi dùng; và lỗi 500 trên mutation được ghi là outcome_unknown chứ không phải thất bại — POST đã bay đi rồi nên ACC có thể đã áp dụng trước khi lỗi.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 hash chain makes a log tamper-evident: each line carries the hash of the previous one, so editing any earlier line invalidates every hash after it. The subtlety here is canonicalisation — keys are sorted before stringify, otherwise the same object in a different key order hashes differently. verifyChain also checks prev_hash adjacency, which is what catches a deleted line.</a:t>
            </a:r>
          </a:p>
          <a:p/>
          <a:p>
            <a:r>
              <a:t>VI: Hash chain làm cho log phát hiện được gian lận: mỗi dòng mang hash của dòng trước, nên sửa bất kỳ dòng nào phía trước là mọi hash phía sau sai hết. Tinh tế ở chỗ canonical — phải sort key trước khi stringify, nếu không thì cùng một object mà khác thứ tự key sẽ ra hash khác. verifyChain còn kiểm prev_hash có trỏ đúng dòng trước không — đó mới là cái bắt được hành vi XOÁ nguyên một dòng.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Twelve stages. The denied_* ones matter most for an audit: they record what was attempted and refused. One honest boundary is declared rather than hidden: a call whose input fails the SDK schema check never reaches a handler, so it produces no entry — nothing was done on that path.</a:t>
            </a:r>
          </a:p>
          <a:p/>
          <a:p>
            <a:r>
              <a:t>VI: Mười hai stage. Các stage denied_* mới là phần quan trọng khi kiểm toán: chúng ghi lại điều đã bị thử và bị từ chối. Một ranh giới được khai báo trung thực thay vì giấu: call sai schema bị SDK chặn trước handler nên không sinh dòng nào — vì đường đó không làm gì cả.</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The allow-list holds Data Management ids, but not every tool takes one. So each tool declares its case. The refusal branch is the honest answer for AECDM and Model Derivative tools: their ids cannot be mapped back to a DM project, so letting them through would break the promise the manifest makes.</a:t>
            </a:r>
          </a:p>
          <a:p/>
          <a:p>
            <a:r>
              <a:t>VI: Allow-list chứa DM id, nhưng không phải tool nào cũng nhận id loại đó. Nên mỗi tool tự khai trường hợp của mình. Nhánh từ chối là câu trả lời trung thực cho AECDM và Model Derivative: id của chúng không map ngược về DM project được, cho qua là phá vỡ lời hứa trong manifest.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The old wrapper picked the id to check by field name. Two consequences: tools scoped by another id were never checked at all, and one tool whose project_id field holds an AECDM id had it compared against DM ids — protecting nothing while rejecting valid calls. Identity must follow namespace, not variable name.</a:t>
            </a:r>
          </a:p>
          <a:p/>
          <a:p>
            <a:r>
              <a:t>VI: Wrapper cũ chọn id để kiểm theo TÊN field. Hai hậu quả: tool dùng id tên khác thì không hề bị kiểm, và một tool có field project_id chứa AECDM id lại bị đem so với DM id — không bảo vệ gì mà còn từ chối oan. Định danh phải theo namespace, không theo tên biến.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Two identities with different visibility. In ssa mode the server builds both, and each tool picks one at startup. This is not a failover: a failed 2LO request is never retried under SSA. The manifest claimed a fallback that never existed — a plausible sentence survived several review rounds because nobody checked it against the code.</a:t>
            </a:r>
          </a:p>
          <a:p/>
          <a:p>
            <a:r>
              <a:t>VI: Hai danh tính với tầm nhìn khác nhau. Ở mode ssa server tạo cả hai, mỗi tool chọn một lúc startup. Đây KHÔNG phải failover: 2LO lỗi thì không bao giờ thử lại bằng SSA. Manifest từng khai một fallback chưa từng tồn tại — câu nghe hợp lý nên sống sót qua nhiều vòng review vì không ai đối chiếu với code.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Four traps that each cost a review round. Home-made verifiers give false greens; silence gets read as a pass; one fact duplicated in five places drifts; and raising testTimeout does not help a suite that imports inside beforeAll. The only thing that ended the loop was turning hand checks into machine checks.</a:t>
            </a:r>
          </a:p>
          <a:p/>
          <a:p>
            <a:r>
              <a:t>VI: Bốn cái bẫy, mỗi cái tốn một vòng review. Verifier tự chế cho green giả; im lặng bị đọc thành pass; một sự thật nhân bản ở năm nơi thì sẽ lệch; và nâng testTimeout không cứu được suite import trong beforeAll. Thứ duy nhất chấm dứt vòng lặp là biến check tay thành check máy.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 data-source limit, not a smartness gap. Level and Base Constraint are Revit reference parameters — links to another element — and AECDM's flattened property set keeps only value parameters. So per-storey grouping must go through Model Derivative. A runtime guardrail redirects the LLM instead of letting it dead-end.</a:t>
            </a:r>
          </a:p>
          <a:p/>
          <a:p>
            <a:r>
              <a:t>VI: Giới hạn của nguồn dữ liệu, không phải do kém thông minh. Level và Base Constraint là reference parameter của Revit — trỏ tới element khác — mà AECDM làm phẳng chỉ giữ value parameter. Nên muốn nhóm theo tầng phải qua Model Derivative. Có guardrail runtime chỉ đường cho LLM thay vì để nó đi vào ngõ cụt.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Five things to carry away. Safety must be the default, not an option. Concentrate it in one place so new tools inherit it. Prefer declaration over inference so mistakes become compile errors. Keep declarations matching behaviour, because they are reviewed artifacts. And turn hand checks into machine checks — that is what finally ended five rounds of review.</a:t>
            </a:r>
          </a:p>
          <a:p/>
          <a:p>
            <a:r>
              <a:t>VI: Năm điều mang về. An toàn phải là mặc định chứ không phải tuỳ chọn. Dồn nó vào một chỗ để tool mới tự động thừa hưởng. Ưu tiên khai báo hơn suy đoán để lỗi trở thành lỗi biên dịch. Giữ tuyên bố khớp hành vi, vì đó là artifact bị review. Và biến check tay thành check máy — đó là thứ chấm dứt năm vòng review.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0e8f3e18ee9c42db"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b3a94b9f3f3449e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a657fe36a80c46d5"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00d478c0f1754fd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1bb9722256d344bf"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5409e8c7b39a43d9"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a9bb3a1f10b8404d"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00b13416f5b449bb"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1054e4d32c014ef0"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dc2d6f154f9440ce"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116ac20e6c1d41e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d0fa99d0e1c0444f"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b6b99813d2484a9c"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7514289f3e30493d"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6887fc0aa67346b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cd526888ec3d40ee"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cb16d275e1af4d28"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5284c33275864dfc" Type="http://schemas.openxmlformats.org/officeDocument/2006/relationships/image" Target="../media/image.png"/><Relationship Id="R58df20effeb94950" Type="http://schemas.openxmlformats.org/officeDocument/2006/relationships/image" Target="../media/image.svg"/><Relationship Id="Rec2dafb166904287" Type="http://schemas.openxmlformats.org/officeDocument/2006/relationships/slideMaster" Target="../slideMasters/slideMaster1.xml"/></Relationships>
</file>

<file path=ppt/slideLayouts/slideLayout1.xml><?xml version="1.0" encoding="utf-8"?>
<p:sldLayout xmlns:p="http://schemas.openxmlformats.org/presentationml/2006/main" preserve="1" userDrawn="1">
  <p:cSld name="Agenda Slide 1">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ext Placeholder 19">
            <a:extLst xmlns:a="http://schemas.openxmlformats.org/drawingml/2006/main">
              <a:ext uri="{FF2B5EF4-FFF2-40B4-BE49-F238E27FC236}">
                <a16:creationId xmlns:a16="http://schemas.microsoft.com/office/drawing/2014/main" id="{4D49287B-324E-5012-799E-EA3D7F4F0ECC}"/>
              </a:ext>
            </a:extLst>
          </p:cNvPr>
          <p:cNvSpPr>
            <a:spLocks xmlns:a="http://schemas.openxmlformats.org/drawingml/2006/main" noGrp="1"/>
          </p:cNvSpPr>
          <p:nvPr>
            <p:ph type="body" idx="11" hasCustomPrompt="1"/>
          </p:nvPr>
        </p:nvSpPr>
        <p:spPr>
          <a:xfrm xmlns:a="http://schemas.openxmlformats.org/drawingml/2006/main">
            <a:off x="419100" y="423668"/>
            <a:ext cx="4884211" cy="1196782"/>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0" indent="0">
              <a:lnSpc>
                <a:spcPct val="90000"/>
              </a:lnSpc>
              <a:spcBef>
                <a:spcPts val="0"/>
              </a:spcBef>
              <a:spcAft>
                <a:spcPts val="0"/>
              </a:spcAft>
              <a:buNone/>
              <a:defRPr sz="3600" b="1" i="0">
                <a:solidFill>
                  <a:schemeClr val="tx1"/>
                </a:solidFill>
                <a:latin typeface="+mj-lt"/>
                <a:ea typeface="+mj-lt"/>
                <a:cs typeface="+mj-lt"/>
              </a:defRPr>
            </a:lvl1pPr>
            <a:lvl2pPr>
              <a:buNone/>
              <a:defRPr b="1" i="0">
                <a:latin typeface="Artifakt Legend"/>
                <a:ea typeface="Artifakt Legend"/>
                <a:cs typeface="Artifakt Legend"/>
              </a:defRPr>
            </a:lvl2pPr>
            <a:lvl3pPr>
              <a:buNone/>
              <a:defRPr b="1" i="0">
                <a:latin typeface="Artifakt Legend"/>
                <a:ea typeface="Artifakt Legend"/>
                <a:cs typeface="Artifakt Legend"/>
              </a:defRPr>
            </a:lvl3pPr>
            <a:lvl4pPr>
              <a:buNone/>
              <a:defRPr b="1" i="0">
                <a:latin typeface="Artifakt Legend"/>
                <a:ea typeface="Artifakt Legend"/>
                <a:cs typeface="Artifakt Legend"/>
              </a:defRPr>
            </a:lvl4pPr>
            <a:lvl5pPr>
              <a:buNone/>
              <a:defRPr b="1" i="0">
                <a:latin typeface="Artifakt Legend"/>
                <a:ea typeface="Artifakt Legend"/>
                <a:cs typeface="Artifakt Legend"/>
              </a:defRPr>
            </a:lvl5pPr>
          </a:lstStyle>
          <a:p xmlns:a="http://schemas.openxmlformats.org/drawingml/2006/main">
            <a:pPr>
              <a:buNone/>
            </a:pPr>
            <a:r>
              <a:t>Click to add title</a:t>
            </a:r>
          </a:p>
        </p:txBody>
      </p:sp>
      <p:sp>
        <p:nvSpPr>
          <p:cNvPr id="6" name="Text Placeholder 18">
            <a:extLst xmlns:a="http://schemas.openxmlformats.org/drawingml/2006/main">
              <a:ext uri="{FF2B5EF4-FFF2-40B4-BE49-F238E27FC236}">
                <a16:creationId xmlns:a16="http://schemas.microsoft.com/office/drawing/2014/main" id="{F3FBD73E-58CD-BDE5-A600-43A4162957E5}"/>
              </a:ext>
            </a:extLst>
          </p:cNvPr>
          <p:cNvSpPr>
            <a:spLocks xmlns:a="http://schemas.openxmlformats.org/drawingml/2006/main" noGrp="1"/>
          </p:cNvSpPr>
          <p:nvPr>
            <p:ph type="body" idx="28" hasCustomPrompt="1"/>
          </p:nvPr>
        </p:nvSpPr>
        <p:spPr>
          <a:xfrm xmlns:a="http://schemas.openxmlformats.org/drawingml/2006/main">
            <a:off x="419100" y="6421359"/>
            <a:ext cx="5318951" cy="25498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buNone/>
              <a:defRPr sz="800" b="0" i="0">
                <a:solidFill>
                  <a:schemeClr val="tx2"/>
                </a:solidFill>
                <a:latin typeface="Artifakt Element"/>
                <a:ea typeface="Artifakt Element"/>
                <a:cs typeface="Artifakt Element"/>
              </a:defRPr>
            </a:lvl1pPr>
            <a:lvl2pPr>
              <a:buNone/>
              <a:defRPr sz="700">
                <a:solidFill>
                  <a:schemeClr val="bg1">
                    <a:lumMod val="75000"/>
                  </a:schemeClr>
                </a:solidFill>
              </a:defRPr>
            </a:lvl2pPr>
            <a:lvl3pPr>
              <a:buNone/>
              <a:defRPr sz="700">
                <a:solidFill>
                  <a:schemeClr val="bg1">
                    <a:lumMod val="75000"/>
                  </a:schemeClr>
                </a:solidFill>
              </a:defRPr>
            </a:lvl3pPr>
            <a:lvl4pPr>
              <a:buNone/>
              <a:defRPr sz="700">
                <a:solidFill>
                  <a:schemeClr val="bg1">
                    <a:lumMod val="75000"/>
                  </a:schemeClr>
                </a:solidFill>
              </a:defRPr>
            </a:lvl4pPr>
            <a:lvl5pPr>
              <a:buNone/>
              <a:defRPr sz="700">
                <a:solidFill>
                  <a:schemeClr val="bg1">
                    <a:lumMod val="75000"/>
                  </a:schemeClr>
                </a:solidFill>
              </a:defRPr>
            </a:lvl5pPr>
          </a:lstStyle>
          <a:p xmlns:a="http://schemas.openxmlformats.org/drawingml/2006/main">
            <a:pPr>
              <a:buNone/>
            </a:pPr>
            <a:r>
              <a:t>Click to add footer</a:t>
            </a:r>
          </a:p>
        </p:txBody>
      </p:sp>
      <p:sp>
        <p:nvSpPr>
          <p:cNvPr id="9" name="Picture Placeholder 8">
            <a:extLst xmlns:a="http://schemas.openxmlformats.org/drawingml/2006/main">
              <a:ext uri="{FF2B5EF4-FFF2-40B4-BE49-F238E27FC236}">
                <a16:creationId xmlns:a16="http://schemas.microsoft.com/office/drawing/2014/main" id="{8BDB0137-4746-EB99-3777-9CE98D32E5AA}"/>
              </a:ext>
            </a:extLst>
          </p:cNvPr>
          <p:cNvSpPr>
            <a:spLocks xmlns:a="http://schemas.openxmlformats.org/drawingml/2006/main" noGrp="1"/>
          </p:cNvSpPr>
          <p:nvPr>
            <p:ph type="pic" idx="29"/>
          </p:nvPr>
        </p:nvSpPr>
        <p:spPr>
          <a:xfrm xmlns:a="http://schemas.openxmlformats.org/drawingml/2006/main">
            <a:off x="5892800" y="0"/>
            <a:ext cx="6299200" cy="6858000"/>
          </a:xfrm>
          <a:custGeom xmlns:a="http://schemas.openxmlformats.org/drawingml/2006/main">
            <a:rect l="l" t="t" r="r" b="b"/>
            <a:pathLst>
              <a:path w="6299200" h="6858000">
                <a:moveTo>
                  <a:pt x="203200" y="0"/>
                </a:moveTo>
                <a:lnTo>
                  <a:pt x="6299200" y="0"/>
                </a:lnTo>
                <a:lnTo>
                  <a:pt x="6299200" y="6858000"/>
                </a:lnTo>
                <a:lnTo>
                  <a:pt x="0" y="6858000"/>
                </a:lnTo>
                <a:lnTo>
                  <a:pt x="0" y="6855987"/>
                </a:lnTo>
                <a:lnTo>
                  <a:pt x="25003" y="6853466"/>
                </a:lnTo>
                <a:cubicBezTo>
                  <a:pt x="126700" y="6832656"/>
                  <a:pt x="203200" y="6742674"/>
                  <a:pt x="203200" y="6634825"/>
                </a:cubicBezTo>
                <a:close/>
              </a:path>
            </a:pathLst>
          </a:custGeom>
        </p:spPr>
        <p:txBody>
          <a:bodyPr xmlns:a="http://schemas.openxmlformats.org/drawingml/2006/main" wrap="square">
            <a:noAutofit/>
          </a:bodyPr>
          <a:lstStyle xmlns:a="http://schemas.openxmlformats.org/drawingml/2006/main">
            <a:lvl1pPr marL="0" indent="0">
              <a:buNone/>
              <a:defRPr b="0" i="0">
                <a:latin typeface="Artifakt Element"/>
                <a:ea typeface="Artifakt Element"/>
                <a:cs typeface="Artifakt Element"/>
              </a:defRPr>
            </a:lvl1pPr>
          </a:lstStyle>
          <a:p xmlns:a="http://schemas.openxmlformats.org/drawingml/2006/main">
            <a:r>
              <a:t>Click icon to add picture</a:t>
            </a:r>
          </a:p>
        </p:txBody>
      </p:sp>
      <p:sp>
        <p:nvSpPr>
          <p:cNvPr id="2" name="Text Placeholder 35">
            <a:extLst xmlns:a="http://schemas.openxmlformats.org/drawingml/2006/main">
              <a:ext uri="{FF2B5EF4-FFF2-40B4-BE49-F238E27FC236}">
                <a16:creationId xmlns:a16="http://schemas.microsoft.com/office/drawing/2014/main" id="{1A13A425-805D-01C2-F84E-99DEEBBE98A2}"/>
              </a:ext>
            </a:extLst>
          </p:cNvPr>
          <p:cNvSpPr>
            <a:spLocks xmlns:a="http://schemas.openxmlformats.org/drawingml/2006/main" noGrp="1"/>
          </p:cNvSpPr>
          <p:nvPr>
            <p:ph type="body" idx="30" hasCustomPrompt="1"/>
          </p:nvPr>
        </p:nvSpPr>
        <p:spPr>
          <a:xfrm xmlns:a="http://schemas.openxmlformats.org/drawingml/2006/main">
            <a:off x="6515100" y="6553200"/>
            <a:ext cx="5257800" cy="85408"/>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0" indent="0">
              <a:lnSpc>
                <a:spcPct val="90000"/>
              </a:lnSpc>
              <a:spcBef>
                <a:spcPts val="0"/>
              </a:spcBef>
              <a:spcAft>
                <a:spcPts val="0"/>
              </a:spcAft>
              <a:buNone/>
              <a:defRPr sz="600" b="0" i="0">
                <a:solidFill>
                  <a:schemeClr val="bg1"/>
                </a:solidFill>
                <a:latin typeface="Artifakt Element"/>
                <a:ea typeface="Artifakt Element"/>
                <a:cs typeface="Artifakt Element"/>
              </a:defRPr>
            </a:lvl1pPr>
          </a:lstStyle>
          <a:p xmlns:a="http://schemas.openxmlformats.org/drawingml/2006/main">
            <a:r>
              <a:t>Image courtesy of [Name]</a:t>
            </a:r>
          </a:p>
        </p:txBody>
      </p:sp>
    </p:spTree>
  </p:cSld>
</p:sldLayout>
</file>

<file path=ppt/slideLayouts/slideLayout2.xml><?xml version="1.0" encoding="utf-8"?>
<p:sldLayout xmlns:p="http://schemas.openxmlformats.org/presentationml/2006/main" preserve="1" userDrawn="1">
  <p:cSld name="Agenda Slide 2">
    <p:spTree>
      <p:nvGrpSpPr>
        <p:cNvPr id="1" name=""/>
        <p:cNvGrpSpPr/>
        <p:nvPr/>
      </p:nvGrpSpPr>
      <p:grpSpPr>
        <a:xfrm xmlns:a="http://schemas.openxmlformats.org/drawingml/2006/main"/>
      </p:grpSpPr>
      <p:sp>
        <p:nvSpPr>
          <p:cNvPr id="7" name="Freeform: Shape 6">
            <a:extLst xmlns:a="http://schemas.openxmlformats.org/drawingml/2006/main">
              <a:ext uri="{FF2B5EF4-FFF2-40B4-BE49-F238E27FC236}">
                <a16:creationId xmlns:a16="http://schemas.microsoft.com/office/drawing/2014/main" id="{F4DBB327-9E3B-8A7C-6120-314CC5175871}"/>
              </a:ext>
            </a:extLst>
          </p:cNvPr>
          <p:cNvSpPr>
            <a:spLocks xmlns:a="http://schemas.openxmlformats.org/drawingml/2006/main" noGrp="1"/>
          </p:cNvSpPr>
          <p:nvPr/>
        </p:nvSpPr>
        <p:spPr>
          <a:xfrm xmlns:a="http://schemas.openxmlformats.org/drawingml/2006/main">
            <a:off x="0" y="5002182"/>
            <a:ext cx="12192000" cy="1855818"/>
          </a:xfrm>
          <a:custGeom xmlns:a="http://schemas.openxmlformats.org/drawingml/2006/main">
            <a:rect l="l" t="t" r="r" b="b"/>
            <a:pathLst>
              <a:path w="12192000" h="1855818">
                <a:moveTo>
                  <a:pt x="12192000" y="0"/>
                </a:moveTo>
                <a:lnTo>
                  <a:pt x="12192000" y="1855818"/>
                </a:lnTo>
                <a:lnTo>
                  <a:pt x="0" y="1855818"/>
                </a:lnTo>
                <a:lnTo>
                  <a:pt x="0" y="154547"/>
                </a:lnTo>
                <a:lnTo>
                  <a:pt x="12037452" y="154547"/>
                </a:lnTo>
                <a:cubicBezTo>
                  <a:pt x="12122806" y="154547"/>
                  <a:pt x="12192000" y="85354"/>
                  <a:pt x="12192000" y="0"/>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p>
        </p:txBody>
      </p:sp>
      <p:sp>
        <p:nvSpPr>
          <p:cNvPr id="5" name="Text Placeholder 19">
            <a:extLst xmlns:a="http://schemas.openxmlformats.org/drawingml/2006/main">
              <a:ext uri="{FF2B5EF4-FFF2-40B4-BE49-F238E27FC236}">
                <a16:creationId xmlns:a16="http://schemas.microsoft.com/office/drawing/2014/main" id="{4D49287B-324E-5012-799E-EA3D7F4F0ECC}"/>
              </a:ext>
            </a:extLst>
          </p:cNvPr>
          <p:cNvSpPr>
            <a:spLocks xmlns:a="http://schemas.openxmlformats.org/drawingml/2006/main" noGrp="1"/>
          </p:cNvSpPr>
          <p:nvPr>
            <p:ph type="body" idx="11" hasCustomPrompt="1"/>
          </p:nvPr>
        </p:nvSpPr>
        <p:spPr>
          <a:xfrm xmlns:a="http://schemas.openxmlformats.org/drawingml/2006/main">
            <a:off x="419100" y="423668"/>
            <a:ext cx="4884211" cy="1196782"/>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0" indent="0">
              <a:lnSpc>
                <a:spcPct val="90000"/>
              </a:lnSpc>
              <a:spcBef>
                <a:spcPts val="0"/>
              </a:spcBef>
              <a:spcAft>
                <a:spcPts val="0"/>
              </a:spcAft>
              <a:buNone/>
              <a:defRPr sz="3600" b="1" i="0">
                <a:solidFill>
                  <a:schemeClr val="tx1"/>
                </a:solidFill>
                <a:latin typeface="+mj-lt"/>
                <a:ea typeface="+mj-lt"/>
                <a:cs typeface="+mj-lt"/>
              </a:defRPr>
            </a:lvl1pPr>
            <a:lvl2pPr>
              <a:buNone/>
              <a:defRPr b="1" i="0">
                <a:latin typeface="Artifakt Legend"/>
                <a:ea typeface="Artifakt Legend"/>
                <a:cs typeface="Artifakt Legend"/>
              </a:defRPr>
            </a:lvl2pPr>
            <a:lvl3pPr>
              <a:buNone/>
              <a:defRPr b="1" i="0">
                <a:latin typeface="Artifakt Legend"/>
                <a:ea typeface="Artifakt Legend"/>
                <a:cs typeface="Artifakt Legend"/>
              </a:defRPr>
            </a:lvl3pPr>
            <a:lvl4pPr>
              <a:buNone/>
              <a:defRPr b="1" i="0">
                <a:latin typeface="Artifakt Legend"/>
                <a:ea typeface="Artifakt Legend"/>
                <a:cs typeface="Artifakt Legend"/>
              </a:defRPr>
            </a:lvl4pPr>
            <a:lvl5pPr>
              <a:buNone/>
              <a:defRPr b="1" i="0">
                <a:latin typeface="Artifakt Legend"/>
                <a:ea typeface="Artifakt Legend"/>
                <a:cs typeface="Artifakt Legend"/>
              </a:defRPr>
            </a:lvl5pPr>
          </a:lstStyle>
          <a:p xmlns:a="http://schemas.openxmlformats.org/drawingml/2006/main">
            <a:pPr>
              <a:buNone/>
            </a:pPr>
            <a:r>
              <a:t>Click to add title</a:t>
            </a:r>
          </a:p>
        </p:txBody>
      </p:sp>
      <p:sp>
        <p:nvSpPr>
          <p:cNvPr id="6" name="Text Placeholder 18">
            <a:extLst xmlns:a="http://schemas.openxmlformats.org/drawingml/2006/main">
              <a:ext uri="{FF2B5EF4-FFF2-40B4-BE49-F238E27FC236}">
                <a16:creationId xmlns:a16="http://schemas.microsoft.com/office/drawing/2014/main" id="{438575C2-DFFC-8551-C39F-234D3FCC1141}"/>
              </a:ext>
            </a:extLst>
          </p:cNvPr>
          <p:cNvSpPr>
            <a:spLocks xmlns:a="http://schemas.openxmlformats.org/drawingml/2006/main" noGrp="1"/>
          </p:cNvSpPr>
          <p:nvPr>
            <p:ph type="body" idx="28" hasCustomPrompt="1"/>
          </p:nvPr>
        </p:nvSpPr>
        <p:spPr>
          <a:xfrm xmlns:a="http://schemas.openxmlformats.org/drawingml/2006/main">
            <a:off x="419100" y="6421359"/>
            <a:ext cx="5318951" cy="25498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buNone/>
              <a:defRPr sz="800" b="0" i="0">
                <a:solidFill>
                  <a:schemeClr val="accent6"/>
                </a:solidFill>
                <a:latin typeface="Artifakt Element"/>
                <a:ea typeface="Artifakt Element"/>
                <a:cs typeface="Artifakt Element"/>
              </a:defRPr>
            </a:lvl1pPr>
            <a:lvl2pPr>
              <a:buNone/>
              <a:defRPr sz="700">
                <a:solidFill>
                  <a:schemeClr val="bg1">
                    <a:lumMod val="75000"/>
                  </a:schemeClr>
                </a:solidFill>
              </a:defRPr>
            </a:lvl2pPr>
            <a:lvl3pPr>
              <a:buNone/>
              <a:defRPr sz="700">
                <a:solidFill>
                  <a:schemeClr val="bg1">
                    <a:lumMod val="75000"/>
                  </a:schemeClr>
                </a:solidFill>
              </a:defRPr>
            </a:lvl3pPr>
            <a:lvl4pPr>
              <a:buNone/>
              <a:defRPr sz="700">
                <a:solidFill>
                  <a:schemeClr val="bg1">
                    <a:lumMod val="75000"/>
                  </a:schemeClr>
                </a:solidFill>
              </a:defRPr>
            </a:lvl4pPr>
            <a:lvl5pPr>
              <a:buNone/>
              <a:defRPr sz="700">
                <a:solidFill>
                  <a:schemeClr val="bg1">
                    <a:lumMod val="75000"/>
                  </a:schemeClr>
                </a:solidFill>
              </a:defRPr>
            </a:lvl5pPr>
          </a:lstStyle>
          <a:p xmlns:a="http://schemas.openxmlformats.org/drawingml/2006/main">
            <a:pPr>
              <a:buNone/>
            </a:pPr>
            <a:r>
              <a:t>Click to add footer</a:t>
            </a:r>
          </a:p>
        </p:txBody>
      </p:sp>
    </p:spTree>
  </p:cSld>
</p:sldLayout>
</file>

<file path=ppt/slideLayouts/slideLayout3.xml><?xml version="1.0" encoding="utf-8"?>
<p:sldLayout xmlns:p="http://schemas.openxmlformats.org/presentationml/2006/main" preserve="1" userDrawn="1">
  <p:cSld name="Agenda Slide 2 (with Image)">
    <p:spTree>
      <p:nvGrpSpPr>
        <p:cNvPr id="1" name=""/>
        <p:cNvGrpSpPr/>
        <p:nvPr/>
      </p:nvGrpSpPr>
      <p:grpSpPr>
        <a:xfrm xmlns:a="http://schemas.openxmlformats.org/drawingml/2006/main"/>
      </p:grpSpPr>
      <p:sp>
        <p:nvSpPr>
          <p:cNvPr id="5" name="Text Placeholder 19">
            <a:extLst xmlns:a="http://schemas.openxmlformats.org/drawingml/2006/main">
              <a:ext uri="{FF2B5EF4-FFF2-40B4-BE49-F238E27FC236}">
                <a16:creationId xmlns:a16="http://schemas.microsoft.com/office/drawing/2014/main" id="{4D49287B-324E-5012-799E-EA3D7F4F0ECC}"/>
              </a:ext>
            </a:extLst>
          </p:cNvPr>
          <p:cNvSpPr>
            <a:spLocks xmlns:a="http://schemas.openxmlformats.org/drawingml/2006/main" noGrp="1"/>
          </p:cNvSpPr>
          <p:nvPr>
            <p:ph type="body" idx="11" hasCustomPrompt="1"/>
          </p:nvPr>
        </p:nvSpPr>
        <p:spPr>
          <a:xfrm xmlns:a="http://schemas.openxmlformats.org/drawingml/2006/main">
            <a:off x="419100" y="423668"/>
            <a:ext cx="4884211" cy="1196782"/>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0" indent="0">
              <a:lnSpc>
                <a:spcPct val="90000"/>
              </a:lnSpc>
              <a:spcBef>
                <a:spcPts val="0"/>
              </a:spcBef>
              <a:spcAft>
                <a:spcPts val="0"/>
              </a:spcAft>
              <a:buNone/>
              <a:defRPr sz="3600" b="1" i="0">
                <a:solidFill>
                  <a:schemeClr val="tx1"/>
                </a:solidFill>
                <a:latin typeface="+mj-lt"/>
                <a:ea typeface="+mj-lt"/>
                <a:cs typeface="+mj-lt"/>
              </a:defRPr>
            </a:lvl1pPr>
            <a:lvl2pPr>
              <a:buNone/>
              <a:defRPr b="1" i="0">
                <a:latin typeface="Artifakt Legend"/>
                <a:ea typeface="Artifakt Legend"/>
                <a:cs typeface="Artifakt Legend"/>
              </a:defRPr>
            </a:lvl2pPr>
            <a:lvl3pPr>
              <a:buNone/>
              <a:defRPr b="1" i="0">
                <a:latin typeface="Artifakt Legend"/>
                <a:ea typeface="Artifakt Legend"/>
                <a:cs typeface="Artifakt Legend"/>
              </a:defRPr>
            </a:lvl3pPr>
            <a:lvl4pPr>
              <a:buNone/>
              <a:defRPr b="1" i="0">
                <a:latin typeface="Artifakt Legend"/>
                <a:ea typeface="Artifakt Legend"/>
                <a:cs typeface="Artifakt Legend"/>
              </a:defRPr>
            </a:lvl4pPr>
            <a:lvl5pPr>
              <a:buNone/>
              <a:defRPr b="1" i="0">
                <a:latin typeface="Artifakt Legend"/>
                <a:ea typeface="Artifakt Legend"/>
                <a:cs typeface="Artifakt Legend"/>
              </a:defRPr>
            </a:lvl5pPr>
          </a:lstStyle>
          <a:p xmlns:a="http://schemas.openxmlformats.org/drawingml/2006/main">
            <a:pPr>
              <a:buNone/>
            </a:pPr>
            <a:r>
              <a:t>Click to add title</a:t>
            </a:r>
          </a:p>
        </p:txBody>
      </p:sp>
      <p:sp>
        <p:nvSpPr>
          <p:cNvPr id="20" name="Picture Placeholder 1">
            <a:extLst xmlns:a="http://schemas.openxmlformats.org/drawingml/2006/main">
              <a:ext uri="{FF2B5EF4-FFF2-40B4-BE49-F238E27FC236}">
                <a16:creationId xmlns:a16="http://schemas.microsoft.com/office/drawing/2014/main" id="{0A9F502A-839C-9F82-5D46-5CFC0D38A6C7}"/>
              </a:ext>
            </a:extLst>
          </p:cNvPr>
          <p:cNvSpPr>
            <a:spLocks xmlns:a="http://schemas.openxmlformats.org/drawingml/2006/main" noGrp="1"/>
          </p:cNvSpPr>
          <p:nvPr>
            <p:ph type="pic" idx="10"/>
          </p:nvPr>
        </p:nvSpPr>
        <p:spPr>
          <a:xfrm xmlns:a="http://schemas.openxmlformats.org/drawingml/2006/main">
            <a:off x="0" y="4718050"/>
            <a:ext cx="12192000" cy="2139950"/>
          </a:xfrm>
          <a:custGeom xmlns:a="http://schemas.openxmlformats.org/drawingml/2006/main">
            <a:rect l="l" t="t" r="r" b="b"/>
            <a:pathLst>
              <a:path w="12192000" h="2139950">
                <a:moveTo>
                  <a:pt x="12191999" y="0"/>
                </a:moveTo>
                <a:lnTo>
                  <a:pt x="12192000" y="0"/>
                </a:lnTo>
                <a:lnTo>
                  <a:pt x="12192000" y="2139950"/>
                </a:lnTo>
                <a:lnTo>
                  <a:pt x="0" y="2139950"/>
                </a:lnTo>
                <a:lnTo>
                  <a:pt x="0" y="438679"/>
                </a:lnTo>
                <a:lnTo>
                  <a:pt x="12037452" y="438679"/>
                </a:lnTo>
                <a:cubicBezTo>
                  <a:pt x="12122806" y="438679"/>
                  <a:pt x="12191999" y="369486"/>
                  <a:pt x="12191999" y="284132"/>
                </a:cubicBezTo>
                <a:close/>
              </a:path>
            </a:pathLst>
          </a:custGeom>
          <a:solidFill xmlns:a="http://schemas.openxmlformats.org/drawingml/2006/main">
            <a:srgbClr val="F5F5F0"/>
          </a:solidFill>
          <a:ln xmlns:a="http://schemas.openxmlformats.org/drawingml/2006/main">
            <a:noFill/>
          </a:ln>
        </p:spPr>
        <p:txBody>
          <a:bodyPr xmlns:a="http://schemas.openxmlformats.org/drawingml/2006/main" wrap="square" anchor="ctr">
            <a:noAutofit/>
          </a:bodyPr>
          <a:lstStyle xmlns:a="http://schemas.openxmlformats.org/drawingml/2006/main">
            <a:lvl1pPr marL="0" indent="0" algn="l">
              <a:spcBef>
                <a:spcPts val="0"/>
              </a:spcBef>
              <a:spcAft>
                <a:spcPts val="0"/>
              </a:spcAft>
              <a:buNone/>
              <a:defRPr b="0" i="0">
                <a:latin typeface="Artifakt Element"/>
                <a:ea typeface="Artifakt Element"/>
                <a:cs typeface="Artifakt Element"/>
              </a:defRPr>
            </a:lvl1pPr>
          </a:lstStyle>
          <a:p xmlns:a="http://schemas.openxmlformats.org/drawingml/2006/main">
            <a:r>
              <a:t>Click icon to add picture</a:t>
            </a:r>
          </a:p>
        </p:txBody>
      </p:sp>
      <p:sp>
        <p:nvSpPr>
          <p:cNvPr id="2" name="Text Placeholder 35">
            <a:extLst xmlns:a="http://schemas.openxmlformats.org/drawingml/2006/main">
              <a:ext uri="{FF2B5EF4-FFF2-40B4-BE49-F238E27FC236}">
                <a16:creationId xmlns:a16="http://schemas.microsoft.com/office/drawing/2014/main" id="{3C2AE403-4CC2-B459-A102-558E1FB6D2F9}"/>
              </a:ext>
            </a:extLst>
          </p:cNvPr>
          <p:cNvSpPr>
            <a:spLocks xmlns:a="http://schemas.openxmlformats.org/drawingml/2006/main" noGrp="1"/>
          </p:cNvSpPr>
          <p:nvPr>
            <p:ph type="body" idx="30" hasCustomPrompt="1"/>
          </p:nvPr>
        </p:nvSpPr>
        <p:spPr>
          <a:xfrm xmlns:a="http://schemas.openxmlformats.org/drawingml/2006/main">
            <a:off x="419100" y="6540134"/>
            <a:ext cx="5198150" cy="136208"/>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lnSpc>
                <a:spcPct val="90000"/>
              </a:lnSpc>
              <a:spcBef>
                <a:spcPts val="0"/>
              </a:spcBef>
              <a:spcAft>
                <a:spcPts val="0"/>
              </a:spcAft>
              <a:buNone/>
              <a:defRPr sz="600" b="0" i="0">
                <a:solidFill>
                  <a:schemeClr val="bg1"/>
                </a:solidFill>
                <a:latin typeface="Artifakt Element"/>
                <a:ea typeface="Artifakt Element"/>
                <a:cs typeface="Artifakt Element"/>
              </a:defRPr>
            </a:lvl1pPr>
          </a:lstStyle>
          <a:p xmlns:a="http://schemas.openxmlformats.org/drawingml/2006/main">
            <a:r>
              <a:t>Image courtesy of [Name]</a:t>
            </a:r>
          </a:p>
        </p:txBody>
      </p:sp>
    </p:spTree>
  </p:cSld>
</p:sldLayout>
</file>

<file path=ppt/slideLayouts/slideLayout4.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21" name="Title 20">
            <a:extLst xmlns:a="http://schemas.openxmlformats.org/drawingml/2006/main">
              <a:ext uri="{FF2B5EF4-FFF2-40B4-BE49-F238E27FC236}">
                <a16:creationId xmlns:a16="http://schemas.microsoft.com/office/drawing/2014/main" id="{312BA560-7597-B0B7-18F0-31F89EC0D281}"/>
              </a:ext>
            </a:extLst>
          </p:cNvPr>
          <p:cNvSpPr>
            <a:spLocks xmlns:a="http://schemas.openxmlformats.org/drawingml/2006/main" noGrp="1"/>
          </p:cNvSpPr>
          <p:nvPr>
            <p:ph type="title" idx="0" hasCustomPrompt="1"/>
          </p:nvPr>
        </p:nvSpPr>
        <p:spPr>
          <a:xfrm xmlns:a="http://schemas.openxmlformats.org/drawingml/2006/main">
            <a:off x="419100" y="423668"/>
            <a:ext cx="11353800" cy="1196782"/>
          </a:xfrm>
        </p:spPr>
        <p:txBody>
          <a:bodyPr xmlns:a="http://schemas.openxmlformats.org/drawingml/2006/main"/>
          <a:lstStyle xmlns:a="http://schemas.openxmlformats.org/drawingml/2006/main"/>
          <a:p xmlns:a="http://schemas.openxmlformats.org/drawingml/2006/main">
            <a:pPr>
              <a:buNone/>
            </a:pPr>
            <a:r>
              <a:t>Click to add title</a:t>
            </a:r>
          </a:p>
        </p:txBody>
      </p:sp>
      <p:sp>
        <p:nvSpPr>
          <p:cNvPr id="2" name="Text Placeholder 18">
            <a:extLst xmlns:a="http://schemas.openxmlformats.org/drawingml/2006/main">
              <a:ext uri="{FF2B5EF4-FFF2-40B4-BE49-F238E27FC236}">
                <a16:creationId xmlns:a16="http://schemas.microsoft.com/office/drawing/2014/main" id="{F0DD21C9-91A2-6780-DF24-C66FEACE6755}"/>
              </a:ext>
            </a:extLst>
          </p:cNvPr>
          <p:cNvSpPr>
            <a:spLocks xmlns:a="http://schemas.openxmlformats.org/drawingml/2006/main" noGrp="1"/>
          </p:cNvSpPr>
          <p:nvPr>
            <p:ph type="body" idx="28" hasCustomPrompt="1"/>
          </p:nvPr>
        </p:nvSpPr>
        <p:spPr>
          <a:xfrm xmlns:a="http://schemas.openxmlformats.org/drawingml/2006/main">
            <a:off x="419100" y="6421359"/>
            <a:ext cx="8367712" cy="25498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buNone/>
              <a:defRPr sz="800" b="0" i="0">
                <a:solidFill>
                  <a:schemeClr val="tx2"/>
                </a:solidFill>
                <a:latin typeface="Artifakt Element"/>
                <a:ea typeface="Artifakt Element"/>
                <a:cs typeface="Artifakt Element"/>
              </a:defRPr>
            </a:lvl1pPr>
            <a:lvl2pPr>
              <a:buNone/>
              <a:defRPr sz="700">
                <a:solidFill>
                  <a:schemeClr val="bg1">
                    <a:lumMod val="75000"/>
                  </a:schemeClr>
                </a:solidFill>
              </a:defRPr>
            </a:lvl2pPr>
            <a:lvl3pPr>
              <a:buNone/>
              <a:defRPr sz="700">
                <a:solidFill>
                  <a:schemeClr val="bg1">
                    <a:lumMod val="75000"/>
                  </a:schemeClr>
                </a:solidFill>
              </a:defRPr>
            </a:lvl3pPr>
            <a:lvl4pPr>
              <a:buNone/>
              <a:defRPr sz="700">
                <a:solidFill>
                  <a:schemeClr val="bg1">
                    <a:lumMod val="75000"/>
                  </a:schemeClr>
                </a:solidFill>
              </a:defRPr>
            </a:lvl4pPr>
            <a:lvl5pPr>
              <a:buNone/>
              <a:defRPr sz="700">
                <a:solidFill>
                  <a:schemeClr val="bg1">
                    <a:lumMod val="75000"/>
                  </a:schemeClr>
                </a:solidFill>
              </a:defRPr>
            </a:lvl5pPr>
          </a:lstStyle>
          <a:p xmlns:a="http://schemas.openxmlformats.org/drawingml/2006/main">
            <a:pPr>
              <a:buNone/>
            </a:pPr>
            <a:r>
              <a:t>Click to add footer</a:t>
            </a:r>
          </a:p>
        </p:txBody>
      </p:sp>
      <p:sp>
        <p:nvSpPr>
          <p:cNvPr id="4" name="Slide Number Placeholder 14">
            <a:extLst xmlns:a="http://schemas.openxmlformats.org/drawingml/2006/main">
              <a:ext uri="{FF2B5EF4-FFF2-40B4-BE49-F238E27FC236}">
                <a16:creationId xmlns:a16="http://schemas.microsoft.com/office/drawing/2014/main" id="{7E036BEF-E4EE-BCFB-A099-3A211A015C5E}"/>
              </a:ext>
            </a:extLst>
          </p:cNvPr>
          <p:cNvSpPr>
            <a:spLocks xmlns:a="http://schemas.openxmlformats.org/drawingml/2006/main" noGrp="1"/>
          </p:cNvSpPr>
          <p:nvPr>
            <p:ph type="sldNum" idx="4"/>
          </p:nvPr>
        </p:nvSpPr>
        <p:spPr>
          <a:xfrm xmlns:a="http://schemas.openxmlformats.org/drawingml/2006/main">
            <a:off x="9043733" y="6421359"/>
            <a:ext cx="2740279" cy="254983"/>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800" b="0" i="0">
                <a:solidFill>
                  <a:schemeClr val="tx2"/>
                </a:solidFill>
                <a:latin typeface="Artifakt Element"/>
                <a:ea typeface="Artifakt Element"/>
                <a:cs typeface="Artifakt Element"/>
              </a:defRPr>
            </a:lvl1pPr>
          </a:lstStyle>
          <a:p xmlns:a="http://schemas.openxmlformats.org/drawingml/2006/main">
            <a:fld id="{D425CD52-4183-C145-916A-AE90310D9D4E}" type="slidenum">
              <a:t>‹#›</a:t>
            </a:fld>
          </a:p>
        </p:txBody>
      </p:sp>
    </p:spTree>
  </p:cSld>
</p:sldLayout>
</file>

<file path=ppt/slideLayouts/slideLayout5.xml><?xml version="1.0" encoding="utf-8"?>
<p:sldLayout xmlns:p="http://schemas.openxmlformats.org/presentationml/2006/main" preserve="1" userDrawn="1">
  <p:cSld name="Title with Subtitle">
    <p:spTree>
      <p:nvGrpSpPr>
        <p:cNvPr id="1" name=""/>
        <p:cNvGrpSpPr/>
        <p:nvPr/>
      </p:nvGrpSpPr>
      <p:grpSpPr>
        <a:xfrm xmlns:a="http://schemas.openxmlformats.org/drawingml/2006/main"/>
      </p:grpSpPr>
      <p:sp>
        <p:nvSpPr>
          <p:cNvPr id="7" name="Text Placeholder 41">
            <a:extLst xmlns:a="http://schemas.openxmlformats.org/drawingml/2006/main">
              <a:ext uri="{FF2B5EF4-FFF2-40B4-BE49-F238E27FC236}">
                <a16:creationId xmlns:a16="http://schemas.microsoft.com/office/drawing/2014/main" id="{7C6D38E3-E636-482A-983B-C81968E0B746}"/>
              </a:ext>
            </a:extLst>
          </p:cNvPr>
          <p:cNvSpPr>
            <a:spLocks xmlns:a="http://schemas.openxmlformats.org/drawingml/2006/main" noGrp="1"/>
          </p:cNvSpPr>
          <p:nvPr>
            <p:ph type="body" idx="38" hasCustomPrompt="1"/>
          </p:nvPr>
        </p:nvSpPr>
        <p:spPr>
          <a:xfrm xmlns:a="http://schemas.openxmlformats.org/drawingml/2006/main">
            <a:off x="419100" y="1057982"/>
            <a:ext cx="11353800" cy="352782"/>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0" indent="0">
              <a:spcBef>
                <a:spcPts val="0"/>
              </a:spcBef>
              <a:spcAft>
                <a:spcPts val="0"/>
              </a:spcAft>
              <a:buNone/>
              <a:defRPr sz="1600" b="0" i="0">
                <a:latin typeface="Artifakt Element"/>
                <a:ea typeface="Artifakt Element"/>
                <a:cs typeface="Artifakt Element"/>
              </a:defRPr>
            </a:lvl1pPr>
            <a:lvl2pPr>
              <a:buNone/>
              <a:defRPr>
                <a:latin typeface="+mn-lt"/>
                <a:ea typeface="+mn-lt"/>
                <a:cs typeface="+mn-lt"/>
              </a:defRPr>
            </a:lvl2pPr>
            <a:lvl3pPr>
              <a:buNone/>
              <a:defRPr>
                <a:latin typeface="+mn-lt"/>
                <a:ea typeface="+mn-lt"/>
                <a:cs typeface="+mn-lt"/>
              </a:defRPr>
            </a:lvl3pPr>
            <a:lvl4pPr>
              <a:buNone/>
              <a:defRPr>
                <a:latin typeface="+mn-lt"/>
                <a:ea typeface="+mn-lt"/>
                <a:cs typeface="+mn-lt"/>
              </a:defRPr>
            </a:lvl4pPr>
            <a:lvl5pPr>
              <a:buNone/>
              <a:defRPr>
                <a:latin typeface="+mn-lt"/>
                <a:ea typeface="+mn-lt"/>
                <a:cs typeface="+mn-lt"/>
              </a:defRPr>
            </a:lvl5pPr>
          </a:lstStyle>
          <a:p xmlns:a="http://schemas.openxmlformats.org/drawingml/2006/main">
            <a:pPr>
              <a:buNone/>
            </a:pPr>
            <a:r>
              <a:t>Click to add subtitle</a:t>
            </a:r>
          </a:p>
        </p:txBody>
      </p:sp>
      <p:sp>
        <p:nvSpPr>
          <p:cNvPr id="11" name="Title 10">
            <a:extLst xmlns:a="http://schemas.openxmlformats.org/drawingml/2006/main">
              <a:ext uri="{FF2B5EF4-FFF2-40B4-BE49-F238E27FC236}">
                <a16:creationId xmlns:a16="http://schemas.microsoft.com/office/drawing/2014/main" id="{BAA30A87-AA74-7C80-B068-25FFDA595524}"/>
              </a:ext>
            </a:extLst>
          </p:cNvPr>
          <p:cNvSpPr>
            <a:spLocks xmlns:a="http://schemas.openxmlformats.org/drawingml/2006/main" noGrp="1"/>
          </p:cNvSpPr>
          <p:nvPr>
            <p:ph type="title" idx="0" hasCustomPrompt="1"/>
          </p:nvPr>
        </p:nvSpPr>
        <p:spPr>
          <a:xfrm xmlns:a="http://schemas.openxmlformats.org/drawingml/2006/main">
            <a:off x="419100" y="423668"/>
            <a:ext cx="11353800" cy="498598"/>
          </a:xfrm>
        </p:spPr>
        <p:txBody>
          <a:bodyPr xmlns:a="http://schemas.openxmlformats.org/drawingml/2006/main">
            <a:noAutofit/>
          </a:bodyPr>
          <a:lstStyle xmlns:a="http://schemas.openxmlformats.org/drawingml/2006/main"/>
          <a:p xmlns:a="http://schemas.openxmlformats.org/drawingml/2006/main">
            <a:pPr>
              <a:buNone/>
            </a:pPr>
            <a:r>
              <a:t>Click to add title</a:t>
            </a:r>
          </a:p>
        </p:txBody>
      </p:sp>
      <p:sp>
        <p:nvSpPr>
          <p:cNvPr id="4" name="Slide Number Placeholder 14">
            <a:extLst xmlns:a="http://schemas.openxmlformats.org/drawingml/2006/main">
              <a:ext uri="{FF2B5EF4-FFF2-40B4-BE49-F238E27FC236}">
                <a16:creationId xmlns:a16="http://schemas.microsoft.com/office/drawing/2014/main" id="{9A6F3FEA-6BED-0B9C-BB82-CB29C35F85DE}"/>
              </a:ext>
            </a:extLst>
          </p:cNvPr>
          <p:cNvSpPr>
            <a:spLocks xmlns:a="http://schemas.openxmlformats.org/drawingml/2006/main" noGrp="1"/>
          </p:cNvSpPr>
          <p:nvPr>
            <p:ph type="sldNum" idx="4"/>
          </p:nvPr>
        </p:nvSpPr>
        <p:spPr>
          <a:xfrm xmlns:a="http://schemas.openxmlformats.org/drawingml/2006/main">
            <a:off x="9043733" y="6421359"/>
            <a:ext cx="2740279" cy="254983"/>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800" b="0" i="0">
                <a:solidFill>
                  <a:schemeClr val="tx2"/>
                </a:solidFill>
                <a:latin typeface="Artifakt Element"/>
                <a:ea typeface="Artifakt Element"/>
                <a:cs typeface="Artifakt Element"/>
              </a:defRPr>
            </a:lvl1pPr>
          </a:lstStyle>
          <a:p xmlns:a="http://schemas.openxmlformats.org/drawingml/2006/main">
            <a:fld id="{D425CD52-4183-C145-916A-AE90310D9D4E}" type="slidenum">
              <a:t>‹#›</a:t>
            </a:fld>
          </a:p>
        </p:txBody>
      </p:sp>
      <p:sp>
        <p:nvSpPr>
          <p:cNvPr id="5" name="Text Placeholder 18">
            <a:extLst xmlns:a="http://schemas.openxmlformats.org/drawingml/2006/main">
              <a:ext uri="{FF2B5EF4-FFF2-40B4-BE49-F238E27FC236}">
                <a16:creationId xmlns:a16="http://schemas.microsoft.com/office/drawing/2014/main" id="{9DE683BA-63F3-87EC-DCCC-7DC483F00150}"/>
              </a:ext>
            </a:extLst>
          </p:cNvPr>
          <p:cNvSpPr>
            <a:spLocks xmlns:a="http://schemas.openxmlformats.org/drawingml/2006/main" noGrp="1"/>
          </p:cNvSpPr>
          <p:nvPr>
            <p:ph type="body" idx="28" hasCustomPrompt="1"/>
          </p:nvPr>
        </p:nvSpPr>
        <p:spPr>
          <a:xfrm xmlns:a="http://schemas.openxmlformats.org/drawingml/2006/main">
            <a:off x="419100" y="6421359"/>
            <a:ext cx="8367712" cy="25498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buNone/>
              <a:defRPr sz="800" b="0" i="0">
                <a:solidFill>
                  <a:schemeClr val="tx2"/>
                </a:solidFill>
                <a:latin typeface="Artifakt Element"/>
                <a:ea typeface="Artifakt Element"/>
                <a:cs typeface="Artifakt Element"/>
              </a:defRPr>
            </a:lvl1pPr>
            <a:lvl2pPr>
              <a:buNone/>
              <a:defRPr sz="700">
                <a:solidFill>
                  <a:schemeClr val="bg1">
                    <a:lumMod val="75000"/>
                  </a:schemeClr>
                </a:solidFill>
              </a:defRPr>
            </a:lvl2pPr>
            <a:lvl3pPr>
              <a:buNone/>
              <a:defRPr sz="700">
                <a:solidFill>
                  <a:schemeClr val="bg1">
                    <a:lumMod val="75000"/>
                  </a:schemeClr>
                </a:solidFill>
              </a:defRPr>
            </a:lvl3pPr>
            <a:lvl4pPr>
              <a:buNone/>
              <a:defRPr sz="700">
                <a:solidFill>
                  <a:schemeClr val="bg1">
                    <a:lumMod val="75000"/>
                  </a:schemeClr>
                </a:solidFill>
              </a:defRPr>
            </a:lvl4pPr>
            <a:lvl5pPr>
              <a:buNone/>
              <a:defRPr sz="700">
                <a:solidFill>
                  <a:schemeClr val="bg1">
                    <a:lumMod val="75000"/>
                  </a:schemeClr>
                </a:solidFill>
              </a:defRPr>
            </a:lvl5pPr>
          </a:lstStyle>
          <a:p xmlns:a="http://schemas.openxmlformats.org/drawingml/2006/main">
            <a:pPr>
              <a:buNone/>
            </a:pPr>
            <a:r>
              <a:t>Click to add footer</a:t>
            </a:r>
          </a:p>
        </p:txBody>
      </p:sp>
    </p:spTree>
  </p:cSld>
</p:sldLayout>
</file>

<file path=ppt/slideLayouts/slideLayout6.xml><?xml version="1.0" encoding="utf-8"?>
<p:sldLayout xmlns:p="http://schemas.openxmlformats.org/presentationml/2006/main" preserve="1" userDrawn="1">
  <p:cSld name="2-Line Title with Subtitle">
    <p:spTree>
      <p:nvGrpSpPr>
        <p:cNvPr id="1" name=""/>
        <p:cNvGrpSpPr/>
        <p:nvPr/>
      </p:nvGrpSpPr>
      <p:grpSpPr>
        <a:xfrm xmlns:a="http://schemas.openxmlformats.org/drawingml/2006/main"/>
      </p:grpSpPr>
      <p:sp>
        <p:nvSpPr>
          <p:cNvPr id="2" name="Text Placeholder 41">
            <a:extLst xmlns:a="http://schemas.openxmlformats.org/drawingml/2006/main">
              <a:ext uri="{FF2B5EF4-FFF2-40B4-BE49-F238E27FC236}">
                <a16:creationId xmlns:a16="http://schemas.microsoft.com/office/drawing/2014/main" id="{8E5E4937-0031-FCD3-B312-DA132FFC788E}"/>
              </a:ext>
            </a:extLst>
          </p:cNvPr>
          <p:cNvSpPr>
            <a:spLocks xmlns:a="http://schemas.openxmlformats.org/drawingml/2006/main" noGrp="1"/>
          </p:cNvSpPr>
          <p:nvPr>
            <p:ph type="body" idx="38" hasCustomPrompt="1"/>
          </p:nvPr>
        </p:nvSpPr>
        <p:spPr>
          <a:xfrm xmlns:a="http://schemas.openxmlformats.org/drawingml/2006/main">
            <a:off x="419100" y="1556580"/>
            <a:ext cx="11353800" cy="352782"/>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0" indent="0">
              <a:spcBef>
                <a:spcPts val="0"/>
              </a:spcBef>
              <a:spcAft>
                <a:spcPts val="0"/>
              </a:spcAft>
              <a:buNone/>
              <a:defRPr sz="1600" b="0" i="0">
                <a:latin typeface="Artifakt Element"/>
                <a:ea typeface="Artifakt Element"/>
                <a:cs typeface="Artifakt Element"/>
              </a:defRPr>
            </a:lvl1pPr>
            <a:lvl2pPr>
              <a:buNone/>
              <a:defRPr>
                <a:latin typeface="+mn-lt"/>
                <a:ea typeface="+mn-lt"/>
                <a:cs typeface="+mn-lt"/>
              </a:defRPr>
            </a:lvl2pPr>
            <a:lvl3pPr>
              <a:buNone/>
              <a:defRPr>
                <a:latin typeface="+mn-lt"/>
                <a:ea typeface="+mn-lt"/>
                <a:cs typeface="+mn-lt"/>
              </a:defRPr>
            </a:lvl3pPr>
            <a:lvl4pPr>
              <a:buNone/>
              <a:defRPr>
                <a:latin typeface="+mn-lt"/>
                <a:ea typeface="+mn-lt"/>
                <a:cs typeface="+mn-lt"/>
              </a:defRPr>
            </a:lvl4pPr>
            <a:lvl5pPr>
              <a:buNone/>
              <a:defRPr>
                <a:latin typeface="+mn-lt"/>
                <a:ea typeface="+mn-lt"/>
                <a:cs typeface="+mn-lt"/>
              </a:defRPr>
            </a:lvl5pPr>
          </a:lstStyle>
          <a:p xmlns:a="http://schemas.openxmlformats.org/drawingml/2006/main">
            <a:pPr>
              <a:buNone/>
            </a:pPr>
            <a:r>
              <a:t>Click to add subtitle</a:t>
            </a:r>
          </a:p>
        </p:txBody>
      </p:sp>
      <p:sp>
        <p:nvSpPr>
          <p:cNvPr id="4" name="Title 10">
            <a:extLst xmlns:a="http://schemas.openxmlformats.org/drawingml/2006/main">
              <a:ext uri="{FF2B5EF4-FFF2-40B4-BE49-F238E27FC236}">
                <a16:creationId xmlns:a16="http://schemas.microsoft.com/office/drawing/2014/main" id="{367B2CEA-7DBB-F6F4-3C6B-8903C4E36D1A}"/>
              </a:ext>
            </a:extLst>
          </p:cNvPr>
          <p:cNvSpPr>
            <a:spLocks xmlns:a="http://schemas.openxmlformats.org/drawingml/2006/main" noGrp="1"/>
          </p:cNvSpPr>
          <p:nvPr>
            <p:ph type="title" idx="0" hasCustomPrompt="1"/>
          </p:nvPr>
        </p:nvSpPr>
        <p:spPr>
          <a:xfrm xmlns:a="http://schemas.openxmlformats.org/drawingml/2006/main">
            <a:off x="419100" y="423668"/>
            <a:ext cx="11353800" cy="997196"/>
          </a:xfrm>
        </p:spPr>
        <p:txBody>
          <a:bodyPr xmlns:a="http://schemas.openxmlformats.org/drawingml/2006/main">
            <a:noAutofit/>
          </a:bodyPr>
          <a:lstStyle xmlns:a="http://schemas.openxmlformats.org/drawingml/2006/main"/>
          <a:p xmlns:a="http://schemas.openxmlformats.org/drawingml/2006/main">
            <a:r>
              <a:t>Click to add title</a:t>
            </a:r>
          </a:p>
        </p:txBody>
      </p:sp>
      <p:sp>
        <p:nvSpPr>
          <p:cNvPr id="6" name="Slide Number Placeholder 14">
            <a:extLst xmlns:a="http://schemas.openxmlformats.org/drawingml/2006/main">
              <a:ext uri="{FF2B5EF4-FFF2-40B4-BE49-F238E27FC236}">
                <a16:creationId xmlns:a16="http://schemas.microsoft.com/office/drawing/2014/main" id="{681545A2-8312-9D0F-D45F-7B0597E4C06C}"/>
              </a:ext>
            </a:extLst>
          </p:cNvPr>
          <p:cNvSpPr>
            <a:spLocks xmlns:a="http://schemas.openxmlformats.org/drawingml/2006/main" noGrp="1"/>
          </p:cNvSpPr>
          <p:nvPr>
            <p:ph type="sldNum" idx="4"/>
          </p:nvPr>
        </p:nvSpPr>
        <p:spPr>
          <a:xfrm xmlns:a="http://schemas.openxmlformats.org/drawingml/2006/main">
            <a:off x="9043733" y="6421359"/>
            <a:ext cx="2740279" cy="254983"/>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800" b="0" i="0">
                <a:solidFill>
                  <a:schemeClr val="tx2"/>
                </a:solidFill>
                <a:latin typeface="Artifakt Element"/>
                <a:ea typeface="Artifakt Element"/>
                <a:cs typeface="Artifakt Element"/>
              </a:defRPr>
            </a:lvl1pPr>
          </a:lstStyle>
          <a:p xmlns:a="http://schemas.openxmlformats.org/drawingml/2006/main">
            <a:fld id="{D425CD52-4183-C145-916A-AE90310D9D4E}" type="slidenum">
              <a:t>‹#›</a:t>
            </a:fld>
          </a:p>
        </p:txBody>
      </p:sp>
      <p:sp>
        <p:nvSpPr>
          <p:cNvPr id="7" name="Text Placeholder 18">
            <a:extLst xmlns:a="http://schemas.openxmlformats.org/drawingml/2006/main">
              <a:ext uri="{FF2B5EF4-FFF2-40B4-BE49-F238E27FC236}">
                <a16:creationId xmlns:a16="http://schemas.microsoft.com/office/drawing/2014/main" id="{233B5657-6165-CBCA-BB0F-A5EB97A95EB9}"/>
              </a:ext>
            </a:extLst>
          </p:cNvPr>
          <p:cNvSpPr>
            <a:spLocks xmlns:a="http://schemas.openxmlformats.org/drawingml/2006/main" noGrp="1"/>
          </p:cNvSpPr>
          <p:nvPr>
            <p:ph type="body" idx="28" hasCustomPrompt="1"/>
          </p:nvPr>
        </p:nvSpPr>
        <p:spPr>
          <a:xfrm xmlns:a="http://schemas.openxmlformats.org/drawingml/2006/main">
            <a:off x="419100" y="6421359"/>
            <a:ext cx="8367712" cy="25498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buNone/>
              <a:defRPr sz="800" b="0" i="0">
                <a:solidFill>
                  <a:schemeClr val="tx2"/>
                </a:solidFill>
                <a:latin typeface="Artifakt Element"/>
                <a:ea typeface="Artifakt Element"/>
                <a:cs typeface="Artifakt Element"/>
              </a:defRPr>
            </a:lvl1pPr>
            <a:lvl2pPr>
              <a:buNone/>
              <a:defRPr sz="700">
                <a:solidFill>
                  <a:schemeClr val="bg1">
                    <a:lumMod val="75000"/>
                  </a:schemeClr>
                </a:solidFill>
              </a:defRPr>
            </a:lvl2pPr>
            <a:lvl3pPr>
              <a:buNone/>
              <a:defRPr sz="700">
                <a:solidFill>
                  <a:schemeClr val="bg1">
                    <a:lumMod val="75000"/>
                  </a:schemeClr>
                </a:solidFill>
              </a:defRPr>
            </a:lvl3pPr>
            <a:lvl4pPr>
              <a:buNone/>
              <a:defRPr sz="700">
                <a:solidFill>
                  <a:schemeClr val="bg1">
                    <a:lumMod val="75000"/>
                  </a:schemeClr>
                </a:solidFill>
              </a:defRPr>
            </a:lvl4pPr>
            <a:lvl5pPr>
              <a:buNone/>
              <a:defRPr sz="700">
                <a:solidFill>
                  <a:schemeClr val="bg1">
                    <a:lumMod val="75000"/>
                  </a:schemeClr>
                </a:solidFill>
              </a:defRPr>
            </a:lvl5pPr>
          </a:lstStyle>
          <a:p xmlns:a="http://schemas.openxmlformats.org/drawingml/2006/main">
            <a:pPr>
              <a:buNone/>
            </a:pPr>
            <a:r>
              <a:t>Click to add footer</a:t>
            </a:r>
          </a:p>
        </p:txBody>
      </p:sp>
    </p:spTree>
  </p:cSld>
</p:sldLayout>
</file>

<file path=ppt/slideLayouts/slideLayout7.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22" name="Content Placeholder 21">
            <a:extLst xmlns:a="http://schemas.openxmlformats.org/drawingml/2006/main">
              <a:ext uri="{FF2B5EF4-FFF2-40B4-BE49-F238E27FC236}">
                <a16:creationId xmlns:a16="http://schemas.microsoft.com/office/drawing/2014/main" id="{00491938-8658-5A91-7EF7-5B2A259BF4B7}"/>
              </a:ext>
            </a:extLst>
          </p:cNvPr>
          <p:cNvSpPr>
            <a:spLocks xmlns:a="http://schemas.openxmlformats.org/drawingml/2006/main" noGrp="1"/>
          </p:cNvSpPr>
          <p:nvPr>
            <p:ph idx="51" hasCustomPrompt="1"/>
          </p:nvPr>
        </p:nvSpPr>
        <p:spPr>
          <a:xfrm xmlns:a="http://schemas.openxmlformats.org/drawingml/2006/main">
            <a:off x="419100" y="1638300"/>
            <a:ext cx="11353800" cy="4260850"/>
          </a:xfrm>
        </p:spPr>
        <p:txBody>
          <a:bodyPr xmlns:a="http://schemas.openxmlformats.org/drawingml/2006/main"/>
          <a:lstStyle xmlns:a="http://schemas.openxmlformats.org/drawingml/2006/main">
            <a:lvl1pPr>
              <a:buNone/>
              <a:defRPr b="0" i="0">
                <a:latin typeface="Artifakt Element"/>
                <a:ea typeface="Artifakt Element"/>
                <a:cs typeface="Artifakt Element"/>
              </a:defRPr>
            </a:lvl1pPr>
            <a:lvl2pPr>
              <a:buNone/>
              <a:defRPr b="0" i="0">
                <a:latin typeface="Artifakt Element"/>
                <a:ea typeface="Artifakt Element"/>
                <a:cs typeface="Artifakt Element"/>
              </a:defRPr>
            </a:lvl2pPr>
            <a:lvl3pPr>
              <a:buNone/>
              <a:defRPr b="0" i="0">
                <a:latin typeface="Artifakt Element"/>
                <a:ea typeface="Artifakt Element"/>
                <a:cs typeface="Artifakt Element"/>
              </a:defRPr>
            </a:lvl3pPr>
            <a:lvl4pPr>
              <a:buNone/>
              <a:defRPr b="0" i="0">
                <a:latin typeface="Artifakt Element"/>
                <a:ea typeface="Artifakt Element"/>
                <a:cs typeface="Artifakt Element"/>
              </a:defRPr>
            </a:lvl4pPr>
            <a:lvl5pPr>
              <a:buNone/>
              <a:defRPr b="0" i="0">
                <a:latin typeface="Artifakt Element"/>
                <a:ea typeface="Artifakt Element"/>
                <a:cs typeface="Artifakt Element"/>
              </a:defRPr>
            </a:lvl5pPr>
          </a:lstStyle>
          <a:p xmlns:a="http://schemas.openxmlformats.org/drawingml/2006/main">
            <a:pPr>
              <a:buNone/>
            </a:pPr>
            <a:r>
              <a:t>Click to add body copy</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itle 3">
            <a:extLst xmlns:a="http://schemas.openxmlformats.org/drawingml/2006/main">
              <a:ext uri="{FF2B5EF4-FFF2-40B4-BE49-F238E27FC236}">
                <a16:creationId xmlns:a16="http://schemas.microsoft.com/office/drawing/2014/main" id="{A9A11B8C-5745-7A55-0C7E-E6EABC1B2A78}"/>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p xmlns:a="http://schemas.openxmlformats.org/drawingml/2006/main">
            <a:r>
              <a:t>Click to add title</a:t>
            </a:r>
          </a:p>
        </p:txBody>
      </p:sp>
      <p:sp>
        <p:nvSpPr>
          <p:cNvPr id="2" name="Text Placeholder 18">
            <a:extLst xmlns:a="http://schemas.openxmlformats.org/drawingml/2006/main">
              <a:ext uri="{FF2B5EF4-FFF2-40B4-BE49-F238E27FC236}">
                <a16:creationId xmlns:a16="http://schemas.microsoft.com/office/drawing/2014/main" id="{38571DE7-430B-54C2-21DF-9BE616C03F84}"/>
              </a:ext>
            </a:extLst>
          </p:cNvPr>
          <p:cNvSpPr>
            <a:spLocks xmlns:a="http://schemas.openxmlformats.org/drawingml/2006/main" noGrp="1"/>
          </p:cNvSpPr>
          <p:nvPr>
            <p:ph type="body" idx="28" hasCustomPrompt="1"/>
          </p:nvPr>
        </p:nvSpPr>
        <p:spPr>
          <a:xfrm xmlns:a="http://schemas.openxmlformats.org/drawingml/2006/main">
            <a:off x="419100" y="6421359"/>
            <a:ext cx="8367712" cy="25498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buNone/>
              <a:defRPr sz="800" b="0" i="0">
                <a:solidFill>
                  <a:schemeClr val="tx2"/>
                </a:solidFill>
                <a:latin typeface="Artifakt Element"/>
                <a:ea typeface="Artifakt Element"/>
                <a:cs typeface="Artifakt Element"/>
              </a:defRPr>
            </a:lvl1pPr>
            <a:lvl2pPr>
              <a:buNone/>
              <a:defRPr sz="700">
                <a:solidFill>
                  <a:schemeClr val="bg1">
                    <a:lumMod val="75000"/>
                  </a:schemeClr>
                </a:solidFill>
              </a:defRPr>
            </a:lvl2pPr>
            <a:lvl3pPr>
              <a:buNone/>
              <a:defRPr sz="700">
                <a:solidFill>
                  <a:schemeClr val="bg1">
                    <a:lumMod val="75000"/>
                  </a:schemeClr>
                </a:solidFill>
              </a:defRPr>
            </a:lvl3pPr>
            <a:lvl4pPr>
              <a:buNone/>
              <a:defRPr sz="700">
                <a:solidFill>
                  <a:schemeClr val="bg1">
                    <a:lumMod val="75000"/>
                  </a:schemeClr>
                </a:solidFill>
              </a:defRPr>
            </a:lvl4pPr>
            <a:lvl5pPr>
              <a:buNone/>
              <a:defRPr sz="700">
                <a:solidFill>
                  <a:schemeClr val="bg1">
                    <a:lumMod val="75000"/>
                  </a:schemeClr>
                </a:solidFill>
              </a:defRPr>
            </a:lvl5pPr>
          </a:lstStyle>
          <a:p xmlns:a="http://schemas.openxmlformats.org/drawingml/2006/main">
            <a:pPr>
              <a:buNone/>
            </a:pPr>
            <a:r>
              <a:t>Click to add footer</a:t>
            </a:r>
          </a:p>
        </p:txBody>
      </p:sp>
      <p:sp>
        <p:nvSpPr>
          <p:cNvPr id="5" name="Slide Number Placeholder 14">
            <a:extLst xmlns:a="http://schemas.openxmlformats.org/drawingml/2006/main">
              <a:ext uri="{FF2B5EF4-FFF2-40B4-BE49-F238E27FC236}">
                <a16:creationId xmlns:a16="http://schemas.microsoft.com/office/drawing/2014/main" id="{99C5A11F-ACCA-887B-FDC1-CFDC6D5CD672}"/>
              </a:ext>
            </a:extLst>
          </p:cNvPr>
          <p:cNvSpPr>
            <a:spLocks xmlns:a="http://schemas.openxmlformats.org/drawingml/2006/main" noGrp="1"/>
          </p:cNvSpPr>
          <p:nvPr>
            <p:ph type="sldNum" idx="4"/>
          </p:nvPr>
        </p:nvSpPr>
        <p:spPr>
          <a:xfrm xmlns:a="http://schemas.openxmlformats.org/drawingml/2006/main">
            <a:off x="9043733" y="6421359"/>
            <a:ext cx="2740279" cy="254983"/>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800" b="0" i="0">
                <a:solidFill>
                  <a:schemeClr val="tx2"/>
                </a:solidFill>
                <a:latin typeface="Artifakt Element"/>
                <a:ea typeface="Artifakt Element"/>
                <a:cs typeface="Artifakt Element"/>
              </a:defRPr>
            </a:lvl1pPr>
          </a:lstStyle>
          <a:p xmlns:a="http://schemas.openxmlformats.org/drawingml/2006/main">
            <a:fld id="{D425CD52-4183-C145-916A-AE90310D9D4E}" type="slidenum">
              <a:t>‹#›</a:t>
            </a:fld>
          </a:p>
        </p:txBody>
      </p:sp>
    </p:spTree>
  </p:cSld>
</p:sldLayout>
</file>

<file path=ppt/slideLayouts/slideLayout8.xml><?xml version="1.0" encoding="utf-8"?>
<p:sldLayout xmlns:p="http://schemas.openxmlformats.org/presentationml/2006/main" preserve="1" userDrawn="1">
  <p:cSld name="Title, Subtitle, and Content">
    <p:spTree>
      <p:nvGrpSpPr>
        <p:cNvPr id="1" name=""/>
        <p:cNvGrpSpPr/>
        <p:nvPr/>
      </p:nvGrpSpPr>
      <p:grpSpPr>
        <a:xfrm xmlns:a="http://schemas.openxmlformats.org/drawingml/2006/main"/>
      </p:grpSpPr>
      <p:sp>
        <p:nvSpPr>
          <p:cNvPr id="13" name="Text Placeholder 41">
            <a:extLst xmlns:a="http://schemas.openxmlformats.org/drawingml/2006/main">
              <a:ext uri="{FF2B5EF4-FFF2-40B4-BE49-F238E27FC236}">
                <a16:creationId xmlns:a16="http://schemas.microsoft.com/office/drawing/2014/main" id="{63F5566E-6859-B588-7D8B-C53611F650ED}"/>
              </a:ext>
            </a:extLst>
          </p:cNvPr>
          <p:cNvSpPr>
            <a:spLocks xmlns:a="http://schemas.openxmlformats.org/drawingml/2006/main" noGrp="1"/>
          </p:cNvSpPr>
          <p:nvPr>
            <p:ph type="body" idx="38" hasCustomPrompt="1"/>
          </p:nvPr>
        </p:nvSpPr>
        <p:spPr>
          <a:xfrm xmlns:a="http://schemas.openxmlformats.org/drawingml/2006/main">
            <a:off x="419100" y="1057982"/>
            <a:ext cx="11353800" cy="352782"/>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0" indent="0">
              <a:spcBef>
                <a:spcPts val="0"/>
              </a:spcBef>
              <a:spcAft>
                <a:spcPts val="0"/>
              </a:spcAft>
              <a:buNone/>
              <a:defRPr sz="1600" b="0" i="0">
                <a:latin typeface="Artifakt Element"/>
                <a:ea typeface="Artifakt Element"/>
                <a:cs typeface="Artifakt Element"/>
              </a:defRPr>
            </a:lvl1pPr>
            <a:lvl2pPr>
              <a:buNone/>
              <a:defRPr>
                <a:latin typeface="+mn-lt"/>
                <a:ea typeface="+mn-lt"/>
                <a:cs typeface="+mn-lt"/>
              </a:defRPr>
            </a:lvl2pPr>
            <a:lvl3pPr>
              <a:buNone/>
              <a:defRPr>
                <a:latin typeface="+mn-lt"/>
                <a:ea typeface="+mn-lt"/>
                <a:cs typeface="+mn-lt"/>
              </a:defRPr>
            </a:lvl3pPr>
            <a:lvl4pPr>
              <a:buNone/>
              <a:defRPr>
                <a:latin typeface="+mn-lt"/>
                <a:ea typeface="+mn-lt"/>
                <a:cs typeface="+mn-lt"/>
              </a:defRPr>
            </a:lvl4pPr>
            <a:lvl5pPr>
              <a:buNone/>
              <a:defRPr>
                <a:latin typeface="+mn-lt"/>
                <a:ea typeface="+mn-lt"/>
                <a:cs typeface="+mn-lt"/>
              </a:defRPr>
            </a:lvl5pPr>
          </a:lstStyle>
          <a:p xmlns:a="http://schemas.openxmlformats.org/drawingml/2006/main">
            <a:pPr>
              <a:buNone/>
            </a:pPr>
            <a:r>
              <a:t>Click to add subtitle</a:t>
            </a:r>
          </a:p>
        </p:txBody>
      </p:sp>
      <p:sp>
        <p:nvSpPr>
          <p:cNvPr id="22" name="Content Placeholder 21">
            <a:extLst xmlns:a="http://schemas.openxmlformats.org/drawingml/2006/main">
              <a:ext uri="{FF2B5EF4-FFF2-40B4-BE49-F238E27FC236}">
                <a16:creationId xmlns:a16="http://schemas.microsoft.com/office/drawing/2014/main" id="{00491938-8658-5A91-7EF7-5B2A259BF4B7}"/>
              </a:ext>
            </a:extLst>
          </p:cNvPr>
          <p:cNvSpPr>
            <a:spLocks xmlns:a="http://schemas.openxmlformats.org/drawingml/2006/main" noGrp="1"/>
          </p:cNvSpPr>
          <p:nvPr>
            <p:ph idx="51" hasCustomPrompt="1"/>
          </p:nvPr>
        </p:nvSpPr>
        <p:spPr>
          <a:xfrm xmlns:a="http://schemas.openxmlformats.org/drawingml/2006/main">
            <a:off x="419100" y="1638300"/>
            <a:ext cx="11353800" cy="4260850"/>
          </a:xfrm>
        </p:spPr>
        <p:txBody>
          <a:bodyPr xmlns:a="http://schemas.openxmlformats.org/drawingml/2006/main"/>
          <a:lstStyle xmlns:a="http://schemas.openxmlformats.org/drawingml/2006/main">
            <a:lvl1pPr>
              <a:buNone/>
              <a:defRPr b="0" i="0">
                <a:latin typeface="Artifakt Element"/>
                <a:ea typeface="Artifakt Element"/>
                <a:cs typeface="Artifakt Element"/>
              </a:defRPr>
            </a:lvl1pPr>
            <a:lvl2pPr>
              <a:buNone/>
              <a:defRPr b="0" i="0">
                <a:latin typeface="Artifakt Element"/>
                <a:ea typeface="Artifakt Element"/>
                <a:cs typeface="Artifakt Element"/>
              </a:defRPr>
            </a:lvl2pPr>
            <a:lvl3pPr>
              <a:buNone/>
              <a:defRPr b="0" i="0">
                <a:latin typeface="Artifakt Element"/>
                <a:ea typeface="Artifakt Element"/>
                <a:cs typeface="Artifakt Element"/>
              </a:defRPr>
            </a:lvl3pPr>
            <a:lvl4pPr>
              <a:buNone/>
              <a:defRPr b="0" i="0">
                <a:latin typeface="Artifakt Element"/>
                <a:ea typeface="Artifakt Element"/>
                <a:cs typeface="Artifakt Element"/>
              </a:defRPr>
            </a:lvl4pPr>
            <a:lvl5pPr>
              <a:buNone/>
              <a:defRPr b="0" i="0">
                <a:latin typeface="Artifakt Element"/>
                <a:ea typeface="Artifakt Element"/>
                <a:cs typeface="Artifakt Element"/>
              </a:defRPr>
            </a:lvl5pPr>
          </a:lstStyle>
          <a:p xmlns:a="http://schemas.openxmlformats.org/drawingml/2006/main">
            <a:pPr>
              <a:buNone/>
            </a:pPr>
            <a:r>
              <a:t>Click to add body copy</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Title 1">
            <a:extLst xmlns:a="http://schemas.openxmlformats.org/drawingml/2006/main">
              <a:ext uri="{FF2B5EF4-FFF2-40B4-BE49-F238E27FC236}">
                <a16:creationId xmlns:a16="http://schemas.microsoft.com/office/drawing/2014/main" id="{85E14300-0770-415F-F621-7F498BD3B3FF}"/>
              </a:ext>
            </a:extLst>
          </p:cNvPr>
          <p:cNvSpPr>
            <a:spLocks xmlns:a="http://schemas.openxmlformats.org/drawingml/2006/main" noGrp="1"/>
          </p:cNvSpPr>
          <p:nvPr>
            <p:ph type="title" idx="0" hasCustomPrompt="1"/>
          </p:nvPr>
        </p:nvSpPr>
        <p:spPr>
          <a:xfrm xmlns:a="http://schemas.openxmlformats.org/drawingml/2006/main">
            <a:off x="419100" y="423668"/>
            <a:ext cx="11353800" cy="498598"/>
          </a:xfrm>
        </p:spPr>
        <p:txBody>
          <a:bodyPr xmlns:a="http://schemas.openxmlformats.org/drawingml/2006/main">
            <a:noAutofit/>
          </a:bodyPr>
          <a:lstStyle xmlns:a="http://schemas.openxmlformats.org/drawingml/2006/main"/>
          <a:p xmlns:a="http://schemas.openxmlformats.org/drawingml/2006/main">
            <a:r>
              <a:t>Click to add title</a:t>
            </a:r>
          </a:p>
        </p:txBody>
      </p:sp>
      <p:sp>
        <p:nvSpPr>
          <p:cNvPr id="4" name="Text Placeholder 18">
            <a:extLst xmlns:a="http://schemas.openxmlformats.org/drawingml/2006/main">
              <a:ext uri="{FF2B5EF4-FFF2-40B4-BE49-F238E27FC236}">
                <a16:creationId xmlns:a16="http://schemas.microsoft.com/office/drawing/2014/main" id="{CD0082A0-1ED7-EB75-2957-BA13B9DA4821}"/>
              </a:ext>
            </a:extLst>
          </p:cNvPr>
          <p:cNvSpPr>
            <a:spLocks xmlns:a="http://schemas.openxmlformats.org/drawingml/2006/main" noGrp="1"/>
          </p:cNvSpPr>
          <p:nvPr>
            <p:ph type="body" idx="28" hasCustomPrompt="1"/>
          </p:nvPr>
        </p:nvSpPr>
        <p:spPr>
          <a:xfrm xmlns:a="http://schemas.openxmlformats.org/drawingml/2006/main">
            <a:off x="419100" y="6421359"/>
            <a:ext cx="8367712" cy="25498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buNone/>
              <a:defRPr sz="800" b="0" i="0">
                <a:solidFill>
                  <a:schemeClr val="tx2"/>
                </a:solidFill>
                <a:latin typeface="Artifakt Element"/>
                <a:ea typeface="Artifakt Element"/>
                <a:cs typeface="Artifakt Element"/>
              </a:defRPr>
            </a:lvl1pPr>
            <a:lvl2pPr>
              <a:buNone/>
              <a:defRPr sz="700">
                <a:solidFill>
                  <a:schemeClr val="bg1">
                    <a:lumMod val="75000"/>
                  </a:schemeClr>
                </a:solidFill>
              </a:defRPr>
            </a:lvl2pPr>
            <a:lvl3pPr>
              <a:buNone/>
              <a:defRPr sz="700">
                <a:solidFill>
                  <a:schemeClr val="bg1">
                    <a:lumMod val="75000"/>
                  </a:schemeClr>
                </a:solidFill>
              </a:defRPr>
            </a:lvl3pPr>
            <a:lvl4pPr>
              <a:buNone/>
              <a:defRPr sz="700">
                <a:solidFill>
                  <a:schemeClr val="bg1">
                    <a:lumMod val="75000"/>
                  </a:schemeClr>
                </a:solidFill>
              </a:defRPr>
            </a:lvl4pPr>
            <a:lvl5pPr>
              <a:buNone/>
              <a:defRPr sz="700">
                <a:solidFill>
                  <a:schemeClr val="bg1">
                    <a:lumMod val="75000"/>
                  </a:schemeClr>
                </a:solidFill>
              </a:defRPr>
            </a:lvl5pPr>
          </a:lstStyle>
          <a:p xmlns:a="http://schemas.openxmlformats.org/drawingml/2006/main">
            <a:pPr>
              <a:buNone/>
            </a:pPr>
            <a:r>
              <a:t>Click to add footer</a:t>
            </a:r>
          </a:p>
        </p:txBody>
      </p:sp>
      <p:sp>
        <p:nvSpPr>
          <p:cNvPr id="5" name="Slide Number Placeholder 14">
            <a:extLst xmlns:a="http://schemas.openxmlformats.org/drawingml/2006/main">
              <a:ext uri="{FF2B5EF4-FFF2-40B4-BE49-F238E27FC236}">
                <a16:creationId xmlns:a16="http://schemas.microsoft.com/office/drawing/2014/main" id="{8A4D718C-05CC-F103-52CA-41C6AFCECC2B}"/>
              </a:ext>
            </a:extLst>
          </p:cNvPr>
          <p:cNvSpPr>
            <a:spLocks xmlns:a="http://schemas.openxmlformats.org/drawingml/2006/main" noGrp="1"/>
          </p:cNvSpPr>
          <p:nvPr>
            <p:ph type="sldNum" idx="4"/>
          </p:nvPr>
        </p:nvSpPr>
        <p:spPr>
          <a:xfrm xmlns:a="http://schemas.openxmlformats.org/drawingml/2006/main">
            <a:off x="9043733" y="6421359"/>
            <a:ext cx="2740279" cy="254983"/>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800" b="0" i="0">
                <a:solidFill>
                  <a:schemeClr val="tx2"/>
                </a:solidFill>
                <a:latin typeface="Artifakt Element"/>
                <a:ea typeface="Artifakt Element"/>
                <a:cs typeface="Artifakt Element"/>
              </a:defRPr>
            </a:lvl1pPr>
          </a:lstStyle>
          <a:p xmlns:a="http://schemas.openxmlformats.org/drawingml/2006/main">
            <a:fld id="{D425CD52-4183-C145-916A-AE90310D9D4E}" type="slidenum">
              <a:t>‹#›</a:t>
            </a:fld>
          </a:p>
        </p:txBody>
      </p:sp>
    </p:spTree>
  </p:cSld>
</p:sldLayout>
</file>

<file path=ppt/slideLayouts/slideLayout9.xml><?xml version="1.0" encoding="utf-8"?>
<p:sldLayout xmlns:p="http://schemas.openxmlformats.org/presentationml/2006/main" preserve="1" userDrawn="1">
  <p:cSld name="Title, Subtitle, 2-Column Content">
    <p:spTree>
      <p:nvGrpSpPr>
        <p:cNvPr id="1" name=""/>
        <p:cNvGrpSpPr/>
        <p:nvPr/>
      </p:nvGrpSpPr>
      <p:grpSpPr>
        <a:xfrm xmlns:a="http://schemas.openxmlformats.org/drawingml/2006/main"/>
      </p:grpSpPr>
      <p:sp>
        <p:nvSpPr>
          <p:cNvPr id="13" name="Text Placeholder 41">
            <a:extLst xmlns:a="http://schemas.openxmlformats.org/drawingml/2006/main">
              <a:ext uri="{FF2B5EF4-FFF2-40B4-BE49-F238E27FC236}">
                <a16:creationId xmlns:a16="http://schemas.microsoft.com/office/drawing/2014/main" id="{63F5566E-6859-B588-7D8B-C53611F650ED}"/>
              </a:ext>
            </a:extLst>
          </p:cNvPr>
          <p:cNvSpPr>
            <a:spLocks xmlns:a="http://schemas.openxmlformats.org/drawingml/2006/main" noGrp="1"/>
          </p:cNvSpPr>
          <p:nvPr>
            <p:ph type="body" idx="38" hasCustomPrompt="1"/>
          </p:nvPr>
        </p:nvSpPr>
        <p:spPr>
          <a:xfrm xmlns:a="http://schemas.openxmlformats.org/drawingml/2006/main">
            <a:off x="419100" y="1057982"/>
            <a:ext cx="11353800" cy="352782"/>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0" indent="0">
              <a:spcBef>
                <a:spcPts val="0"/>
              </a:spcBef>
              <a:spcAft>
                <a:spcPts val="0"/>
              </a:spcAft>
              <a:buNone/>
              <a:defRPr sz="1600" b="0" i="0">
                <a:latin typeface="Artifakt Element"/>
                <a:ea typeface="Artifakt Element"/>
                <a:cs typeface="Artifakt Element"/>
              </a:defRPr>
            </a:lvl1pPr>
            <a:lvl2pPr>
              <a:buNone/>
              <a:defRPr>
                <a:latin typeface="+mn-lt"/>
                <a:ea typeface="+mn-lt"/>
                <a:cs typeface="+mn-lt"/>
              </a:defRPr>
            </a:lvl2pPr>
            <a:lvl3pPr>
              <a:buNone/>
              <a:defRPr>
                <a:latin typeface="+mn-lt"/>
                <a:ea typeface="+mn-lt"/>
                <a:cs typeface="+mn-lt"/>
              </a:defRPr>
            </a:lvl3pPr>
            <a:lvl4pPr>
              <a:buNone/>
              <a:defRPr>
                <a:latin typeface="+mn-lt"/>
                <a:ea typeface="+mn-lt"/>
                <a:cs typeface="+mn-lt"/>
              </a:defRPr>
            </a:lvl4pPr>
            <a:lvl5pPr>
              <a:buNone/>
              <a:defRPr>
                <a:latin typeface="+mn-lt"/>
                <a:ea typeface="+mn-lt"/>
                <a:cs typeface="+mn-lt"/>
              </a:defRPr>
            </a:lvl5pPr>
          </a:lstStyle>
          <a:p xmlns:a="http://schemas.openxmlformats.org/drawingml/2006/main">
            <a:pPr>
              <a:buNone/>
            </a:pPr>
            <a:r>
              <a:t>Click to add subtitle</a:t>
            </a:r>
          </a:p>
        </p:txBody>
      </p:sp>
      <p:sp>
        <p:nvSpPr>
          <p:cNvPr id="22" name="Content Placeholder 21">
            <a:extLst xmlns:a="http://schemas.openxmlformats.org/drawingml/2006/main">
              <a:ext uri="{FF2B5EF4-FFF2-40B4-BE49-F238E27FC236}">
                <a16:creationId xmlns:a16="http://schemas.microsoft.com/office/drawing/2014/main" id="{00491938-8658-5A91-7EF7-5B2A259BF4B7}"/>
              </a:ext>
            </a:extLst>
          </p:cNvPr>
          <p:cNvSpPr>
            <a:spLocks xmlns:a="http://schemas.openxmlformats.org/drawingml/2006/main" noGrp="1"/>
          </p:cNvSpPr>
          <p:nvPr>
            <p:ph idx="51" hasCustomPrompt="1"/>
          </p:nvPr>
        </p:nvSpPr>
        <p:spPr>
          <a:xfrm xmlns:a="http://schemas.openxmlformats.org/drawingml/2006/main">
            <a:off x="419100" y="1638300"/>
            <a:ext cx="5488214" cy="4260850"/>
          </a:xfrm>
        </p:spPr>
        <p:txBody>
          <a:bodyPr xmlns:a="http://schemas.openxmlformats.org/drawingml/2006/main"/>
          <a:lstStyle xmlns:a="http://schemas.openxmlformats.org/drawingml/2006/main">
            <a:lvl1pPr>
              <a:buNone/>
              <a:defRPr b="0" i="0">
                <a:latin typeface="Artifakt Element"/>
                <a:ea typeface="Artifakt Element"/>
                <a:cs typeface="Artifakt Element"/>
              </a:defRPr>
            </a:lvl1pPr>
            <a:lvl2pPr>
              <a:buNone/>
              <a:defRPr b="0" i="0">
                <a:latin typeface="Artifakt Element"/>
                <a:ea typeface="Artifakt Element"/>
                <a:cs typeface="Artifakt Element"/>
              </a:defRPr>
            </a:lvl2pPr>
            <a:lvl3pPr>
              <a:buNone/>
              <a:defRPr b="0" i="0">
                <a:latin typeface="Artifakt Element"/>
                <a:ea typeface="Artifakt Element"/>
                <a:cs typeface="Artifakt Element"/>
              </a:defRPr>
            </a:lvl3pPr>
            <a:lvl4pPr>
              <a:buNone/>
              <a:defRPr b="0" i="0">
                <a:latin typeface="Artifakt Element"/>
                <a:ea typeface="Artifakt Element"/>
                <a:cs typeface="Artifakt Element"/>
              </a:defRPr>
            </a:lvl4pPr>
            <a:lvl5pPr>
              <a:buNone/>
              <a:defRPr b="0" i="0">
                <a:latin typeface="Artifakt Element"/>
                <a:ea typeface="Artifakt Element"/>
                <a:cs typeface="Artifakt Element"/>
              </a:defRPr>
            </a:lvl5pPr>
          </a:lstStyle>
          <a:p xmlns:a="http://schemas.openxmlformats.org/drawingml/2006/main">
            <a:pPr>
              <a:buNone/>
            </a:pPr>
            <a:r>
              <a:t>Click to add body copy</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Content Placeholder 21">
            <a:extLst xmlns:a="http://schemas.openxmlformats.org/drawingml/2006/main">
              <a:ext uri="{FF2B5EF4-FFF2-40B4-BE49-F238E27FC236}">
                <a16:creationId xmlns:a16="http://schemas.microsoft.com/office/drawing/2014/main" id="{91E3321A-E57A-DBAD-0012-16F1193165E7}"/>
              </a:ext>
            </a:extLst>
          </p:cNvPr>
          <p:cNvSpPr>
            <a:spLocks xmlns:a="http://schemas.openxmlformats.org/drawingml/2006/main" noGrp="1"/>
          </p:cNvSpPr>
          <p:nvPr>
            <p:ph idx="52" hasCustomPrompt="1"/>
          </p:nvPr>
        </p:nvSpPr>
        <p:spPr>
          <a:xfrm xmlns:a="http://schemas.openxmlformats.org/drawingml/2006/main">
            <a:off x="6284686" y="1638300"/>
            <a:ext cx="5488214" cy="4260850"/>
          </a:xfrm>
        </p:spPr>
        <p:txBody>
          <a:bodyPr xmlns:a="http://schemas.openxmlformats.org/drawingml/2006/main"/>
          <a:lstStyle xmlns:a="http://schemas.openxmlformats.org/drawingml/2006/main">
            <a:lvl1pPr>
              <a:buNone/>
              <a:defRPr b="0" i="0">
                <a:latin typeface="Artifakt Element"/>
                <a:ea typeface="Artifakt Element"/>
                <a:cs typeface="Artifakt Element"/>
              </a:defRPr>
            </a:lvl1pPr>
            <a:lvl2pPr>
              <a:buNone/>
              <a:defRPr b="0" i="0">
                <a:latin typeface="Artifakt Element"/>
                <a:ea typeface="Artifakt Element"/>
                <a:cs typeface="Artifakt Element"/>
              </a:defRPr>
            </a:lvl2pPr>
            <a:lvl3pPr>
              <a:buNone/>
              <a:defRPr b="0" i="0">
                <a:latin typeface="Artifakt Element"/>
                <a:ea typeface="Artifakt Element"/>
                <a:cs typeface="Artifakt Element"/>
              </a:defRPr>
            </a:lvl3pPr>
            <a:lvl4pPr>
              <a:buNone/>
              <a:defRPr b="0" i="0">
                <a:latin typeface="Artifakt Element"/>
                <a:ea typeface="Artifakt Element"/>
                <a:cs typeface="Artifakt Element"/>
              </a:defRPr>
            </a:lvl4pPr>
            <a:lvl5pPr>
              <a:buNone/>
              <a:defRPr b="0" i="0">
                <a:latin typeface="Artifakt Element"/>
                <a:ea typeface="Artifakt Element"/>
                <a:cs typeface="Artifakt Element"/>
              </a:defRPr>
            </a:lvl5pPr>
          </a:lstStyle>
          <a:p xmlns:a="http://schemas.openxmlformats.org/drawingml/2006/main">
            <a:pPr>
              <a:buNone/>
            </a:pPr>
            <a:r>
              <a:t>Click to add body copy</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itle 3">
            <a:extLst xmlns:a="http://schemas.openxmlformats.org/drawingml/2006/main">
              <a:ext uri="{FF2B5EF4-FFF2-40B4-BE49-F238E27FC236}">
                <a16:creationId xmlns:a16="http://schemas.microsoft.com/office/drawing/2014/main" id="{B3BCF588-ADAC-038E-EE60-70FEFFA7CD22}"/>
              </a:ext>
            </a:extLst>
          </p:cNvPr>
          <p:cNvSpPr>
            <a:spLocks xmlns:a="http://schemas.openxmlformats.org/drawingml/2006/main" noGrp="1"/>
          </p:cNvSpPr>
          <p:nvPr>
            <p:ph type="title" idx="0" hasCustomPrompt="1"/>
          </p:nvPr>
        </p:nvSpPr>
        <p:spPr>
          <a:xfrm xmlns:a="http://schemas.openxmlformats.org/drawingml/2006/main">
            <a:off x="419100" y="423668"/>
            <a:ext cx="11353800" cy="498598"/>
          </a:xfrm>
        </p:spPr>
        <p:txBody>
          <a:bodyPr xmlns:a="http://schemas.openxmlformats.org/drawingml/2006/main">
            <a:noAutofit/>
          </a:bodyPr>
          <a:lstStyle xmlns:a="http://schemas.openxmlformats.org/drawingml/2006/main"/>
          <a:p xmlns:a="http://schemas.openxmlformats.org/drawingml/2006/main">
            <a:r>
              <a:t>Click to add title</a:t>
            </a:r>
          </a:p>
        </p:txBody>
      </p:sp>
      <p:sp>
        <p:nvSpPr>
          <p:cNvPr id="5" name="Text Placeholder 18">
            <a:extLst xmlns:a="http://schemas.openxmlformats.org/drawingml/2006/main">
              <a:ext uri="{FF2B5EF4-FFF2-40B4-BE49-F238E27FC236}">
                <a16:creationId xmlns:a16="http://schemas.microsoft.com/office/drawing/2014/main" id="{4B539815-9426-6258-2B7B-33AA4CD6D64F}"/>
              </a:ext>
            </a:extLst>
          </p:cNvPr>
          <p:cNvSpPr>
            <a:spLocks xmlns:a="http://schemas.openxmlformats.org/drawingml/2006/main" noGrp="1"/>
          </p:cNvSpPr>
          <p:nvPr>
            <p:ph type="body" idx="28" hasCustomPrompt="1"/>
          </p:nvPr>
        </p:nvSpPr>
        <p:spPr>
          <a:xfrm xmlns:a="http://schemas.openxmlformats.org/drawingml/2006/main">
            <a:off x="419100" y="6421359"/>
            <a:ext cx="8367712" cy="25498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buNone/>
              <a:defRPr sz="800" b="0" i="0">
                <a:solidFill>
                  <a:schemeClr val="tx2"/>
                </a:solidFill>
                <a:latin typeface="Artifakt Element"/>
                <a:ea typeface="Artifakt Element"/>
                <a:cs typeface="Artifakt Element"/>
              </a:defRPr>
            </a:lvl1pPr>
            <a:lvl2pPr>
              <a:buNone/>
              <a:defRPr sz="700">
                <a:solidFill>
                  <a:schemeClr val="bg1">
                    <a:lumMod val="75000"/>
                  </a:schemeClr>
                </a:solidFill>
              </a:defRPr>
            </a:lvl2pPr>
            <a:lvl3pPr>
              <a:buNone/>
              <a:defRPr sz="700">
                <a:solidFill>
                  <a:schemeClr val="bg1">
                    <a:lumMod val="75000"/>
                  </a:schemeClr>
                </a:solidFill>
              </a:defRPr>
            </a:lvl3pPr>
            <a:lvl4pPr>
              <a:buNone/>
              <a:defRPr sz="700">
                <a:solidFill>
                  <a:schemeClr val="bg1">
                    <a:lumMod val="75000"/>
                  </a:schemeClr>
                </a:solidFill>
              </a:defRPr>
            </a:lvl4pPr>
            <a:lvl5pPr>
              <a:buNone/>
              <a:defRPr sz="700">
                <a:solidFill>
                  <a:schemeClr val="bg1">
                    <a:lumMod val="75000"/>
                  </a:schemeClr>
                </a:solidFill>
              </a:defRPr>
            </a:lvl5pPr>
          </a:lstStyle>
          <a:p xmlns:a="http://schemas.openxmlformats.org/drawingml/2006/main">
            <a:pPr>
              <a:buNone/>
            </a:pPr>
            <a:r>
              <a:t>Click to add footer</a:t>
            </a:r>
          </a:p>
        </p:txBody>
      </p:sp>
      <p:sp>
        <p:nvSpPr>
          <p:cNvPr id="6" name="Slide Number Placeholder 14">
            <a:extLst xmlns:a="http://schemas.openxmlformats.org/drawingml/2006/main">
              <a:ext uri="{FF2B5EF4-FFF2-40B4-BE49-F238E27FC236}">
                <a16:creationId xmlns:a16="http://schemas.microsoft.com/office/drawing/2014/main" id="{51EC96DB-91E1-9A5C-5F07-42906DA3F15C}"/>
              </a:ext>
            </a:extLst>
          </p:cNvPr>
          <p:cNvSpPr>
            <a:spLocks xmlns:a="http://schemas.openxmlformats.org/drawingml/2006/main" noGrp="1"/>
          </p:cNvSpPr>
          <p:nvPr>
            <p:ph type="sldNum" idx="4"/>
          </p:nvPr>
        </p:nvSpPr>
        <p:spPr>
          <a:xfrm xmlns:a="http://schemas.openxmlformats.org/drawingml/2006/main">
            <a:off x="9043733" y="6421359"/>
            <a:ext cx="2740279" cy="254983"/>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800" b="0" i="0">
                <a:solidFill>
                  <a:schemeClr val="tx2"/>
                </a:solidFill>
                <a:latin typeface="Artifakt Element"/>
                <a:ea typeface="Artifakt Element"/>
                <a:cs typeface="Artifakt Element"/>
              </a:defRPr>
            </a:lvl1pPr>
          </a:lstStyle>
          <a:p xmlns:a="http://schemas.openxmlformats.org/drawingml/2006/main">
            <a:fld id="{D425CD52-4183-C145-916A-AE90310D9D4E}" type="slidenum">
              <a:t>‹#›</a:t>
            </a:fld>
          </a:p>
        </p:txBody>
      </p:sp>
    </p:spTree>
  </p:cSld>
</p:sldLayout>
</file>

<file path=ppt/slideLayouts/slideLayout10.xml><?xml version="1.0" encoding="utf-8"?>
<p:sldLayout xmlns:p="http://schemas.openxmlformats.org/presentationml/2006/main" preserve="1" userDrawn="1">
  <p:cSld name="Full Image Slide">
    <p:spTree>
      <p:nvGrpSpPr>
        <p:cNvPr id="1" name=""/>
        <p:cNvGrpSpPr/>
        <p:nvPr/>
      </p:nvGrpSpPr>
      <p:grpSpPr>
        <a:xfrm xmlns:a="http://schemas.openxmlformats.org/drawingml/2006/main"/>
      </p:grpSpPr>
      <p:sp>
        <p:nvSpPr>
          <p:cNvPr id="14" name="Picture Placeholder 13">
            <a:extLst xmlns:a="http://schemas.openxmlformats.org/drawingml/2006/main">
              <a:ext uri="{FF2B5EF4-FFF2-40B4-BE49-F238E27FC236}">
                <a16:creationId xmlns:a16="http://schemas.microsoft.com/office/drawing/2014/main" id="{29F70A8E-8BFE-5D65-E9BB-2F8360BA74DA}"/>
              </a:ext>
            </a:extLst>
          </p:cNvPr>
          <p:cNvSpPr>
            <a:spLocks xmlns:a="http://schemas.openxmlformats.org/drawingml/2006/main" noGrp="1"/>
          </p:cNvSpPr>
          <p:nvPr>
            <p:ph type="pic" idx="14"/>
          </p:nvPr>
        </p:nvSpPr>
        <p:spPr>
          <a:xfrm xmlns:a="http://schemas.openxmlformats.org/drawingml/2006/main">
            <a:off x="0" y="0"/>
            <a:ext cx="12192000" cy="5622104"/>
          </a:xfrm>
          <a:custGeom xmlns:a="http://schemas.openxmlformats.org/drawingml/2006/main">
            <a:rect l="l" t="t" r="r" b="b"/>
            <a:pathLst>
              <a:path w="12192000" h="5622104">
                <a:moveTo>
                  <a:pt x="0" y="0"/>
                </a:moveTo>
                <a:lnTo>
                  <a:pt x="12192000" y="0"/>
                </a:lnTo>
                <a:lnTo>
                  <a:pt x="12192000" y="5622104"/>
                </a:lnTo>
                <a:cubicBezTo>
                  <a:pt x="12192000" y="5468756"/>
                  <a:pt x="12067686" y="5344442"/>
                  <a:pt x="11914338" y="5344442"/>
                </a:cubicBezTo>
                <a:lnTo>
                  <a:pt x="0" y="5344442"/>
                </a:lnTo>
                <a:close/>
              </a:path>
            </a:pathLst>
          </a:custGeom>
        </p:spPr>
        <p:txBody>
          <a:bodyPr xmlns:a="http://schemas.openxmlformats.org/drawingml/2006/main" wrap="square">
            <a:noAutofit/>
          </a:bodyPr>
          <a:lstStyle xmlns:a="http://schemas.openxmlformats.org/drawingml/2006/main">
            <a:lvl1pPr>
              <a:buNone/>
              <a:defRPr b="0" i="0">
                <a:latin typeface="Artifakt Element"/>
                <a:ea typeface="Artifakt Element"/>
                <a:cs typeface="Artifakt Element"/>
              </a:defRPr>
            </a:lvl1pPr>
          </a:lstStyle>
          <a:p xmlns:a="http://schemas.openxmlformats.org/drawingml/2006/main"/>
        </p:txBody>
      </p:sp>
      <p:sp>
        <p:nvSpPr>
          <p:cNvPr id="7" name="Text Placeholder 8">
            <a:extLst xmlns:a="http://schemas.openxmlformats.org/drawingml/2006/main">
              <a:ext uri="{FF2B5EF4-FFF2-40B4-BE49-F238E27FC236}">
                <a16:creationId xmlns:a16="http://schemas.microsoft.com/office/drawing/2014/main" id="{B38DA7F9-8244-348D-EE70-4818DE803A21}"/>
              </a:ext>
            </a:extLst>
          </p:cNvPr>
          <p:cNvSpPr>
            <a:spLocks xmlns:a="http://schemas.openxmlformats.org/drawingml/2006/main" noGrp="1"/>
          </p:cNvSpPr>
          <p:nvPr>
            <p:ph type="body" idx="18" hasCustomPrompt="1"/>
          </p:nvPr>
        </p:nvSpPr>
        <p:spPr>
          <a:xfrm xmlns:a="http://schemas.openxmlformats.org/drawingml/2006/main">
            <a:off x="419100" y="4664075"/>
            <a:ext cx="6096000" cy="479425"/>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spcBef>
                <a:spcPts val="0"/>
              </a:spcBef>
              <a:spcAft>
                <a:spcPts val="0"/>
              </a:spcAft>
              <a:buNone/>
              <a:defRPr sz="600" b="0" i="0">
                <a:solidFill>
                  <a:schemeClr val="bg2"/>
                </a:solidFill>
                <a:latin typeface="Artifakt Element"/>
                <a:ea typeface="Artifakt Element"/>
                <a:cs typeface="Artifakt Element"/>
              </a:defRPr>
            </a:lvl1pPr>
            <a:lvl2pPr>
              <a:buNone/>
              <a:defRPr sz="1000">
                <a:solidFill>
                  <a:schemeClr val="bg2"/>
                </a:solidFill>
              </a:defRPr>
            </a:lvl2pPr>
            <a:lvl3pPr>
              <a:buNone/>
              <a:defRPr sz="1000">
                <a:solidFill>
                  <a:schemeClr val="bg2"/>
                </a:solidFill>
              </a:defRPr>
            </a:lvl3pPr>
            <a:lvl4pPr>
              <a:buNone/>
              <a:defRPr sz="1000">
                <a:solidFill>
                  <a:schemeClr val="bg2"/>
                </a:solidFill>
              </a:defRPr>
            </a:lvl4pPr>
            <a:lvl5pPr>
              <a:buNone/>
              <a:defRPr sz="1000">
                <a:solidFill>
                  <a:schemeClr val="bg2"/>
                </a:solidFill>
              </a:defRPr>
            </a:lvl5pPr>
          </a:lstStyle>
          <a:p xmlns:a="http://schemas.openxmlformats.org/drawingml/2006/main">
            <a:r>
              <a:t>Image courtesy of [Name]</a:t>
            </a:r>
          </a:p>
        </p:txBody>
      </p:sp>
      <p:sp>
        <p:nvSpPr>
          <p:cNvPr id="11" name="Text Placeholder 9">
            <a:extLst xmlns:a="http://schemas.openxmlformats.org/drawingml/2006/main">
              <a:ext uri="{FF2B5EF4-FFF2-40B4-BE49-F238E27FC236}">
                <a16:creationId xmlns:a16="http://schemas.microsoft.com/office/drawing/2014/main" id="{CCF22175-A583-EE0E-D0F4-51D5C8045CE0}"/>
              </a:ext>
            </a:extLst>
          </p:cNvPr>
          <p:cNvSpPr>
            <a:spLocks xmlns:a="http://schemas.openxmlformats.org/drawingml/2006/main" noGrp="1"/>
          </p:cNvSpPr>
          <p:nvPr>
            <p:ph type="body" idx="11" hasCustomPrompt="1"/>
          </p:nvPr>
        </p:nvSpPr>
        <p:spPr>
          <a:xfrm xmlns:a="http://schemas.openxmlformats.org/drawingml/2006/main">
            <a:off x="419100" y="5344441"/>
            <a:ext cx="11329987" cy="105636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spcBef>
                <a:spcPts val="0"/>
              </a:spcBef>
              <a:spcAft>
                <a:spcPts val="0"/>
              </a:spcAft>
              <a:buNone/>
              <a:defRPr sz="3600" b="1">
                <a:latin typeface="+mj-lt"/>
                <a:ea typeface="+mj-lt"/>
                <a:cs typeface="+mj-lt"/>
              </a:defRPr>
            </a:lvl1pPr>
          </a:lstStyle>
          <a:p xmlns:a="http://schemas.openxmlformats.org/drawingml/2006/main">
            <a:pPr>
              <a:buNone/>
            </a:pPr>
            <a:r>
              <a:t>Click to add title</a:t>
            </a:r>
          </a:p>
        </p:txBody>
      </p:sp>
    </p:spTree>
  </p:cSld>
</p:sldLayout>
</file>

<file path=ppt/slideLayouts/slideLayout11.xml><?xml version="1.0" encoding="utf-8"?>
<p:sldLayout xmlns:p="http://schemas.openxmlformats.org/presentationml/2006/main" preserve="1" userDrawn="1">
  <p:cSld name="Title, Content, Image">
    <p:spTree>
      <p:nvGrpSpPr>
        <p:cNvPr id="1" name=""/>
        <p:cNvGrpSpPr/>
        <p:nvPr/>
      </p:nvGrpSpPr>
      <p:grpSpPr>
        <a:xfrm xmlns:a="http://schemas.openxmlformats.org/drawingml/2006/main"/>
      </p:grpSpPr>
      <p:sp>
        <p:nvSpPr>
          <p:cNvPr id="21" name="Title 20">
            <a:extLst xmlns:a="http://schemas.openxmlformats.org/drawingml/2006/main">
              <a:ext uri="{FF2B5EF4-FFF2-40B4-BE49-F238E27FC236}">
                <a16:creationId xmlns:a16="http://schemas.microsoft.com/office/drawing/2014/main" id="{312BA560-7597-B0B7-18F0-31F89EC0D281}"/>
              </a:ext>
            </a:extLst>
          </p:cNvPr>
          <p:cNvSpPr>
            <a:spLocks xmlns:a="http://schemas.openxmlformats.org/drawingml/2006/main" noGrp="1"/>
          </p:cNvSpPr>
          <p:nvPr>
            <p:ph type="title" idx="0" hasCustomPrompt="1"/>
          </p:nvPr>
        </p:nvSpPr>
        <p:spPr>
          <a:xfrm xmlns:a="http://schemas.openxmlformats.org/drawingml/2006/main">
            <a:off x="419100" y="423668"/>
            <a:ext cx="8128000" cy="1196782"/>
          </a:xfrm>
        </p:spPr>
        <p:txBody>
          <a:bodyPr xmlns:a="http://schemas.openxmlformats.org/drawingml/2006/main"/>
          <a:lstStyle xmlns:a="http://schemas.openxmlformats.org/drawingml/2006/main"/>
          <a:p xmlns:a="http://schemas.openxmlformats.org/drawingml/2006/main">
            <a:r>
              <a:t>Click to add title</a:t>
            </a:r>
          </a:p>
        </p:txBody>
      </p:sp>
      <p:sp>
        <p:nvSpPr>
          <p:cNvPr id="11" name="Content Placeholder 21">
            <a:extLst xmlns:a="http://schemas.openxmlformats.org/drawingml/2006/main">
              <a:ext uri="{FF2B5EF4-FFF2-40B4-BE49-F238E27FC236}">
                <a16:creationId xmlns:a16="http://schemas.microsoft.com/office/drawing/2014/main" id="{E84F3627-E057-C567-6607-7FB84815A2A3}"/>
              </a:ext>
            </a:extLst>
          </p:cNvPr>
          <p:cNvSpPr>
            <a:spLocks xmlns:a="http://schemas.openxmlformats.org/drawingml/2006/main" noGrp="1"/>
          </p:cNvSpPr>
          <p:nvPr>
            <p:ph idx="51" hasCustomPrompt="1"/>
          </p:nvPr>
        </p:nvSpPr>
        <p:spPr>
          <a:xfrm xmlns:a="http://schemas.openxmlformats.org/drawingml/2006/main">
            <a:off x="419100" y="1638300"/>
            <a:ext cx="8128000" cy="4260850"/>
          </a:xfrm>
        </p:spPr>
        <p:txBody>
          <a:bodyPr xmlns:a="http://schemas.openxmlformats.org/drawingml/2006/main"/>
          <a:lstStyle xmlns:a="http://schemas.openxmlformats.org/drawingml/2006/main">
            <a:lvl1pPr>
              <a:buNone/>
              <a:defRPr b="0" i="0">
                <a:latin typeface="Artifakt Element"/>
                <a:ea typeface="Artifakt Element"/>
                <a:cs typeface="Artifakt Element"/>
              </a:defRPr>
            </a:lvl1pPr>
            <a:lvl2pPr>
              <a:buNone/>
              <a:defRPr b="0" i="0">
                <a:latin typeface="Artifakt Element"/>
                <a:ea typeface="Artifakt Element"/>
                <a:cs typeface="Artifakt Element"/>
              </a:defRPr>
            </a:lvl2pPr>
            <a:lvl3pPr>
              <a:buNone/>
              <a:defRPr b="0" i="0">
                <a:latin typeface="Artifakt Element"/>
                <a:ea typeface="Artifakt Element"/>
                <a:cs typeface="Artifakt Element"/>
              </a:defRPr>
            </a:lvl3pPr>
            <a:lvl4pPr>
              <a:buNone/>
              <a:defRPr b="0" i="0">
                <a:latin typeface="Artifakt Element"/>
                <a:ea typeface="Artifakt Element"/>
                <a:cs typeface="Artifakt Element"/>
              </a:defRPr>
            </a:lvl4pPr>
            <a:lvl5pPr>
              <a:buNone/>
              <a:defRPr b="0" i="0">
                <a:latin typeface="Artifakt Element"/>
                <a:ea typeface="Artifakt Element"/>
                <a:cs typeface="Artifakt Element"/>
              </a:defRPr>
            </a:lvl5pPr>
          </a:lstStyle>
          <a:p xmlns:a="http://schemas.openxmlformats.org/drawingml/2006/main">
            <a:pPr>
              <a:buNone/>
            </a:pPr>
            <a:r>
              <a:t>Click to add body copy</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Picture Placeholder 1">
            <a:extLst xmlns:a="http://schemas.openxmlformats.org/drawingml/2006/main">
              <a:ext uri="{FF2B5EF4-FFF2-40B4-BE49-F238E27FC236}">
                <a16:creationId xmlns:a16="http://schemas.microsoft.com/office/drawing/2014/main" id="{AB07379A-0083-2D8A-A4A5-057832D1FC26}"/>
              </a:ext>
            </a:extLst>
          </p:cNvPr>
          <p:cNvSpPr>
            <a:spLocks xmlns:a="http://schemas.openxmlformats.org/drawingml/2006/main" noGrp="1"/>
          </p:cNvSpPr>
          <p:nvPr>
            <p:ph type="pic" idx="52"/>
          </p:nvPr>
        </p:nvSpPr>
        <p:spPr>
          <a:xfrm xmlns:a="http://schemas.openxmlformats.org/drawingml/2006/main">
            <a:off x="8953500" y="0"/>
            <a:ext cx="3238500" cy="6858000"/>
          </a:xfrm>
          <a:custGeom xmlns:a="http://schemas.openxmlformats.org/drawingml/2006/main">
            <a:rect l="l" t="t" r="r" b="b"/>
            <a:pathLst>
              <a:path w="3048000" h="6858000">
                <a:moveTo>
                  <a:pt x="177800" y="0"/>
                </a:moveTo>
                <a:lnTo>
                  <a:pt x="3048000" y="0"/>
                </a:lnTo>
                <a:lnTo>
                  <a:pt x="3048000" y="6858000"/>
                </a:lnTo>
                <a:lnTo>
                  <a:pt x="0" y="6858000"/>
                </a:lnTo>
                <a:lnTo>
                  <a:pt x="0" y="6856718"/>
                </a:lnTo>
                <a:lnTo>
                  <a:pt x="25680" y="6854130"/>
                </a:lnTo>
                <a:cubicBezTo>
                  <a:pt x="112495" y="6836365"/>
                  <a:pt x="177800" y="6759552"/>
                  <a:pt x="177800" y="6667485"/>
                </a:cubicBezTo>
                <a:close/>
              </a:path>
            </a:pathLst>
          </a:custGeom>
        </p:spPr>
        <p:txBody>
          <a:bodyPr xmlns:a="http://schemas.openxmlformats.org/drawingml/2006/main" wrap="square">
            <a:noAutofit/>
          </a:bodyPr>
          <a:lstStyle xmlns:a="http://schemas.openxmlformats.org/drawingml/2006/main">
            <a:lvl1pPr>
              <a:buNone/>
              <a:defRPr b="0" i="0">
                <a:latin typeface="Artifakt Element"/>
                <a:ea typeface="Artifakt Element"/>
                <a:cs typeface="Artifakt Element"/>
              </a:defRPr>
            </a:lvl1pPr>
          </a:lstStyle>
          <a:p xmlns:a="http://schemas.openxmlformats.org/drawingml/2006/main"/>
        </p:txBody>
      </p:sp>
      <p:sp>
        <p:nvSpPr>
          <p:cNvPr id="3" name="Text Placeholder 18">
            <a:extLst xmlns:a="http://schemas.openxmlformats.org/drawingml/2006/main">
              <a:ext uri="{FF2B5EF4-FFF2-40B4-BE49-F238E27FC236}">
                <a16:creationId xmlns:a16="http://schemas.microsoft.com/office/drawing/2014/main" id="{741F4929-EF9F-28DC-41DD-34BCDBBB808D}"/>
              </a:ext>
            </a:extLst>
          </p:cNvPr>
          <p:cNvSpPr>
            <a:spLocks xmlns:a="http://schemas.openxmlformats.org/drawingml/2006/main" noGrp="1"/>
          </p:cNvSpPr>
          <p:nvPr>
            <p:ph type="body" idx="28" hasCustomPrompt="1"/>
          </p:nvPr>
        </p:nvSpPr>
        <p:spPr>
          <a:xfrm xmlns:a="http://schemas.openxmlformats.org/drawingml/2006/main">
            <a:off x="419100" y="6421359"/>
            <a:ext cx="8104187" cy="25498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buNone/>
              <a:defRPr sz="800" b="0" i="0">
                <a:solidFill>
                  <a:schemeClr val="tx2"/>
                </a:solidFill>
                <a:latin typeface="Artifakt Element"/>
                <a:ea typeface="Artifakt Element"/>
                <a:cs typeface="Artifakt Element"/>
              </a:defRPr>
            </a:lvl1pPr>
            <a:lvl2pPr>
              <a:buNone/>
              <a:defRPr sz="700">
                <a:solidFill>
                  <a:schemeClr val="bg1">
                    <a:lumMod val="75000"/>
                  </a:schemeClr>
                </a:solidFill>
              </a:defRPr>
            </a:lvl2pPr>
            <a:lvl3pPr>
              <a:buNone/>
              <a:defRPr sz="700">
                <a:solidFill>
                  <a:schemeClr val="bg1">
                    <a:lumMod val="75000"/>
                  </a:schemeClr>
                </a:solidFill>
              </a:defRPr>
            </a:lvl3pPr>
            <a:lvl4pPr>
              <a:buNone/>
              <a:defRPr sz="700">
                <a:solidFill>
                  <a:schemeClr val="bg1">
                    <a:lumMod val="75000"/>
                  </a:schemeClr>
                </a:solidFill>
              </a:defRPr>
            </a:lvl4pPr>
            <a:lvl5pPr>
              <a:buNone/>
              <a:defRPr sz="700">
                <a:solidFill>
                  <a:schemeClr val="bg1">
                    <a:lumMod val="75000"/>
                  </a:schemeClr>
                </a:solidFill>
              </a:defRPr>
            </a:lvl5pPr>
          </a:lstStyle>
          <a:p xmlns:a="http://schemas.openxmlformats.org/drawingml/2006/main">
            <a:pPr>
              <a:buNone/>
            </a:pPr>
            <a:r>
              <a:t>Click to add footer</a:t>
            </a:r>
          </a:p>
        </p:txBody>
      </p:sp>
      <p:sp>
        <p:nvSpPr>
          <p:cNvPr id="5" name="Text Placeholder 35">
            <a:extLst xmlns:a="http://schemas.openxmlformats.org/drawingml/2006/main">
              <a:ext uri="{FF2B5EF4-FFF2-40B4-BE49-F238E27FC236}">
                <a16:creationId xmlns:a16="http://schemas.microsoft.com/office/drawing/2014/main" id="{729C014B-7CE9-452F-96B2-7FAB615B8C34}"/>
              </a:ext>
            </a:extLst>
          </p:cNvPr>
          <p:cNvSpPr>
            <a:spLocks xmlns:a="http://schemas.openxmlformats.org/drawingml/2006/main" noGrp="1"/>
          </p:cNvSpPr>
          <p:nvPr>
            <p:ph type="body" idx="30" hasCustomPrompt="1"/>
          </p:nvPr>
        </p:nvSpPr>
        <p:spPr>
          <a:xfrm xmlns:a="http://schemas.openxmlformats.org/drawingml/2006/main">
            <a:off x="9372600" y="6553200"/>
            <a:ext cx="2400300" cy="85408"/>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0" indent="0">
              <a:lnSpc>
                <a:spcPct val="90000"/>
              </a:lnSpc>
              <a:spcBef>
                <a:spcPts val="0"/>
              </a:spcBef>
              <a:spcAft>
                <a:spcPts val="0"/>
              </a:spcAft>
              <a:buNone/>
              <a:defRPr sz="600" b="0" i="0">
                <a:solidFill>
                  <a:schemeClr val="bg1"/>
                </a:solidFill>
                <a:latin typeface="Artifakt Element"/>
                <a:ea typeface="Artifakt Element"/>
                <a:cs typeface="Artifakt Element"/>
              </a:defRPr>
            </a:lvl1pPr>
          </a:lstStyle>
          <a:p xmlns:a="http://schemas.openxmlformats.org/drawingml/2006/main">
            <a:r>
              <a:t>Image courtesy of [Name]</a:t>
            </a:r>
          </a:p>
        </p:txBody>
      </p:sp>
    </p:spTree>
  </p:cSld>
</p:sldLayout>
</file>

<file path=ppt/slideLayouts/slideLayout12.xml><?xml version="1.0" encoding="utf-8"?>
<p:sldLayout xmlns:p="http://schemas.openxmlformats.org/presentationml/2006/main" preserve="1" userDrawn="1">
  <p:cSld name="Title, 2-Column Content, Image">
    <p:spTree>
      <p:nvGrpSpPr>
        <p:cNvPr id="1" name=""/>
        <p:cNvGrpSpPr/>
        <p:nvPr/>
      </p:nvGrpSpPr>
      <p:grpSpPr>
        <a:xfrm xmlns:a="http://schemas.openxmlformats.org/drawingml/2006/main"/>
      </p:grpSpPr>
      <p:sp>
        <p:nvSpPr>
          <p:cNvPr id="21" name="Title 20">
            <a:extLst xmlns:a="http://schemas.openxmlformats.org/drawingml/2006/main">
              <a:ext uri="{FF2B5EF4-FFF2-40B4-BE49-F238E27FC236}">
                <a16:creationId xmlns:a16="http://schemas.microsoft.com/office/drawing/2014/main" id="{312BA560-7597-B0B7-18F0-31F89EC0D281}"/>
              </a:ext>
            </a:extLst>
          </p:cNvPr>
          <p:cNvSpPr>
            <a:spLocks xmlns:a="http://schemas.openxmlformats.org/drawingml/2006/main" noGrp="1"/>
          </p:cNvSpPr>
          <p:nvPr>
            <p:ph type="title" idx="0" hasCustomPrompt="1"/>
          </p:nvPr>
        </p:nvSpPr>
        <p:spPr>
          <a:xfrm xmlns:a="http://schemas.openxmlformats.org/drawingml/2006/main">
            <a:off x="419100" y="423668"/>
            <a:ext cx="8128000" cy="1196782"/>
          </a:xfrm>
        </p:spPr>
        <p:txBody>
          <a:bodyPr xmlns:a="http://schemas.openxmlformats.org/drawingml/2006/main"/>
          <a:lstStyle xmlns:a="http://schemas.openxmlformats.org/drawingml/2006/main"/>
          <a:p xmlns:a="http://schemas.openxmlformats.org/drawingml/2006/main">
            <a:r>
              <a:t>Click to add title</a:t>
            </a:r>
          </a:p>
        </p:txBody>
      </p:sp>
      <p:sp>
        <p:nvSpPr>
          <p:cNvPr id="11" name="Content Placeholder 21">
            <a:extLst xmlns:a="http://schemas.openxmlformats.org/drawingml/2006/main">
              <a:ext uri="{FF2B5EF4-FFF2-40B4-BE49-F238E27FC236}">
                <a16:creationId xmlns:a16="http://schemas.microsoft.com/office/drawing/2014/main" id="{E84F3627-E057-C567-6607-7FB84815A2A3}"/>
              </a:ext>
            </a:extLst>
          </p:cNvPr>
          <p:cNvSpPr>
            <a:spLocks xmlns:a="http://schemas.openxmlformats.org/drawingml/2006/main" noGrp="1"/>
          </p:cNvSpPr>
          <p:nvPr>
            <p:ph idx="51" hasCustomPrompt="1"/>
          </p:nvPr>
        </p:nvSpPr>
        <p:spPr>
          <a:xfrm xmlns:a="http://schemas.openxmlformats.org/drawingml/2006/main">
            <a:off x="419100" y="1638300"/>
            <a:ext cx="3862614" cy="4260850"/>
          </a:xfrm>
        </p:spPr>
        <p:txBody>
          <a:bodyPr xmlns:a="http://schemas.openxmlformats.org/drawingml/2006/main"/>
          <a:lstStyle xmlns:a="http://schemas.openxmlformats.org/drawingml/2006/main">
            <a:lvl1pPr>
              <a:buNone/>
              <a:defRPr b="0" i="0">
                <a:latin typeface="Artifakt Element"/>
                <a:ea typeface="Artifakt Element"/>
                <a:cs typeface="Artifakt Element"/>
              </a:defRPr>
            </a:lvl1pPr>
            <a:lvl2pPr>
              <a:buNone/>
              <a:defRPr b="0" i="0">
                <a:latin typeface="Artifakt Element"/>
                <a:ea typeface="Artifakt Element"/>
                <a:cs typeface="Artifakt Element"/>
              </a:defRPr>
            </a:lvl2pPr>
            <a:lvl3pPr>
              <a:buNone/>
              <a:defRPr b="0" i="0">
                <a:latin typeface="Artifakt Element"/>
                <a:ea typeface="Artifakt Element"/>
                <a:cs typeface="Artifakt Element"/>
              </a:defRPr>
            </a:lvl3pPr>
            <a:lvl4pPr>
              <a:buNone/>
              <a:defRPr b="0" i="0">
                <a:latin typeface="Artifakt Element"/>
                <a:ea typeface="Artifakt Element"/>
                <a:cs typeface="Artifakt Element"/>
              </a:defRPr>
            </a:lvl4pPr>
            <a:lvl5pPr>
              <a:buNone/>
              <a:defRPr b="0" i="0">
                <a:latin typeface="Artifakt Element"/>
                <a:ea typeface="Artifakt Element"/>
                <a:cs typeface="Artifakt Element"/>
              </a:defRPr>
            </a:lvl5pPr>
          </a:lstStyle>
          <a:p xmlns:a="http://schemas.openxmlformats.org/drawingml/2006/main">
            <a:pPr>
              <a:buNone/>
            </a:pPr>
            <a:r>
              <a:t>Click to add body copy</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Content Placeholder 21">
            <a:extLst xmlns:a="http://schemas.openxmlformats.org/drawingml/2006/main">
              <a:ext uri="{FF2B5EF4-FFF2-40B4-BE49-F238E27FC236}">
                <a16:creationId xmlns:a16="http://schemas.microsoft.com/office/drawing/2014/main" id="{AD4553C4-E1FC-6E18-9471-DB8AA0E6066F}"/>
              </a:ext>
            </a:extLst>
          </p:cNvPr>
          <p:cNvSpPr>
            <a:spLocks xmlns:a="http://schemas.openxmlformats.org/drawingml/2006/main" noGrp="1"/>
          </p:cNvSpPr>
          <p:nvPr>
            <p:ph idx="52" hasCustomPrompt="1"/>
          </p:nvPr>
        </p:nvSpPr>
        <p:spPr>
          <a:xfrm xmlns:a="http://schemas.openxmlformats.org/drawingml/2006/main">
            <a:off x="4684486" y="1638300"/>
            <a:ext cx="3862614" cy="4260850"/>
          </a:xfrm>
        </p:spPr>
        <p:txBody>
          <a:bodyPr xmlns:a="http://schemas.openxmlformats.org/drawingml/2006/main"/>
          <a:lstStyle xmlns:a="http://schemas.openxmlformats.org/drawingml/2006/main">
            <a:lvl1pPr>
              <a:buNone/>
              <a:defRPr b="0" i="0">
                <a:latin typeface="Artifakt Element"/>
                <a:ea typeface="Artifakt Element"/>
                <a:cs typeface="Artifakt Element"/>
              </a:defRPr>
            </a:lvl1pPr>
            <a:lvl2pPr>
              <a:buNone/>
              <a:defRPr b="0" i="0">
                <a:latin typeface="Artifakt Element"/>
                <a:ea typeface="Artifakt Element"/>
                <a:cs typeface="Artifakt Element"/>
              </a:defRPr>
            </a:lvl2pPr>
            <a:lvl3pPr>
              <a:buNone/>
              <a:defRPr b="0" i="0">
                <a:latin typeface="Artifakt Element"/>
                <a:ea typeface="Artifakt Element"/>
                <a:cs typeface="Artifakt Element"/>
              </a:defRPr>
            </a:lvl3pPr>
            <a:lvl4pPr>
              <a:buNone/>
              <a:defRPr b="0" i="0">
                <a:latin typeface="Artifakt Element"/>
                <a:ea typeface="Artifakt Element"/>
                <a:cs typeface="Artifakt Element"/>
              </a:defRPr>
            </a:lvl4pPr>
            <a:lvl5pPr>
              <a:buNone/>
              <a:defRPr b="0" i="0">
                <a:latin typeface="Artifakt Element"/>
                <a:ea typeface="Artifakt Element"/>
                <a:cs typeface="Artifakt Element"/>
              </a:defRPr>
            </a:lvl5pPr>
          </a:lstStyle>
          <a:p xmlns:a="http://schemas.openxmlformats.org/drawingml/2006/main">
            <a:pPr>
              <a:buNone/>
            </a:pPr>
            <a:r>
              <a:t>Click to add body copy</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Picture Placeholder 4">
            <a:extLst xmlns:a="http://schemas.openxmlformats.org/drawingml/2006/main">
              <a:ext uri="{FF2B5EF4-FFF2-40B4-BE49-F238E27FC236}">
                <a16:creationId xmlns:a16="http://schemas.microsoft.com/office/drawing/2014/main" id="{5D800556-6CEC-424F-464B-4423B895140D}"/>
              </a:ext>
            </a:extLst>
          </p:cNvPr>
          <p:cNvSpPr>
            <a:spLocks xmlns:a="http://schemas.openxmlformats.org/drawingml/2006/main" noGrp="1"/>
          </p:cNvSpPr>
          <p:nvPr>
            <p:ph type="pic" idx="53"/>
          </p:nvPr>
        </p:nvSpPr>
        <p:spPr>
          <a:xfrm xmlns:a="http://schemas.openxmlformats.org/drawingml/2006/main">
            <a:off x="8953500" y="0"/>
            <a:ext cx="3238500" cy="6858000"/>
          </a:xfrm>
          <a:custGeom xmlns:a="http://schemas.openxmlformats.org/drawingml/2006/main">
            <a:rect l="l" t="t" r="r" b="b"/>
            <a:pathLst>
              <a:path w="3048000" h="6858000">
                <a:moveTo>
                  <a:pt x="177800" y="0"/>
                </a:moveTo>
                <a:lnTo>
                  <a:pt x="3048000" y="0"/>
                </a:lnTo>
                <a:lnTo>
                  <a:pt x="3048000" y="6858000"/>
                </a:lnTo>
                <a:lnTo>
                  <a:pt x="0" y="6858000"/>
                </a:lnTo>
                <a:lnTo>
                  <a:pt x="0" y="6856718"/>
                </a:lnTo>
                <a:lnTo>
                  <a:pt x="25680" y="6854130"/>
                </a:lnTo>
                <a:cubicBezTo>
                  <a:pt x="112495" y="6836365"/>
                  <a:pt x="177800" y="6759552"/>
                  <a:pt x="177800" y="6667485"/>
                </a:cubicBezTo>
                <a:close/>
              </a:path>
            </a:pathLst>
          </a:custGeom>
        </p:spPr>
        <p:txBody>
          <a:bodyPr xmlns:a="http://schemas.openxmlformats.org/drawingml/2006/main" wrap="square">
            <a:noAutofit/>
          </a:bodyPr>
          <a:lstStyle xmlns:a="http://schemas.openxmlformats.org/drawingml/2006/main">
            <a:lvl1pPr>
              <a:buNone/>
              <a:defRPr b="0" i="0">
                <a:latin typeface="Artifakt Element"/>
                <a:ea typeface="Artifakt Element"/>
                <a:cs typeface="Artifakt Element"/>
              </a:defRPr>
            </a:lvl1pPr>
          </a:lstStyle>
          <a:p xmlns:a="http://schemas.openxmlformats.org/drawingml/2006/main"/>
        </p:txBody>
      </p:sp>
      <p:sp>
        <p:nvSpPr>
          <p:cNvPr id="3" name="Text Placeholder 18">
            <a:extLst xmlns:a="http://schemas.openxmlformats.org/drawingml/2006/main">
              <a:ext uri="{FF2B5EF4-FFF2-40B4-BE49-F238E27FC236}">
                <a16:creationId xmlns:a16="http://schemas.microsoft.com/office/drawing/2014/main" id="{1B283CA5-3916-A78B-185A-AEE4BBF2614C}"/>
              </a:ext>
            </a:extLst>
          </p:cNvPr>
          <p:cNvSpPr>
            <a:spLocks xmlns:a="http://schemas.openxmlformats.org/drawingml/2006/main" noGrp="1"/>
          </p:cNvSpPr>
          <p:nvPr>
            <p:ph type="body" idx="28" hasCustomPrompt="1"/>
          </p:nvPr>
        </p:nvSpPr>
        <p:spPr>
          <a:xfrm xmlns:a="http://schemas.openxmlformats.org/drawingml/2006/main">
            <a:off x="419100" y="6421359"/>
            <a:ext cx="8104187" cy="25498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buNone/>
              <a:defRPr sz="800" b="0" i="0">
                <a:solidFill>
                  <a:schemeClr val="tx2"/>
                </a:solidFill>
                <a:latin typeface="Artifakt Element"/>
                <a:ea typeface="Artifakt Element"/>
                <a:cs typeface="Artifakt Element"/>
              </a:defRPr>
            </a:lvl1pPr>
            <a:lvl2pPr>
              <a:buNone/>
              <a:defRPr sz="700">
                <a:solidFill>
                  <a:schemeClr val="bg1">
                    <a:lumMod val="75000"/>
                  </a:schemeClr>
                </a:solidFill>
              </a:defRPr>
            </a:lvl2pPr>
            <a:lvl3pPr>
              <a:buNone/>
              <a:defRPr sz="700">
                <a:solidFill>
                  <a:schemeClr val="bg1">
                    <a:lumMod val="75000"/>
                  </a:schemeClr>
                </a:solidFill>
              </a:defRPr>
            </a:lvl3pPr>
            <a:lvl4pPr>
              <a:buNone/>
              <a:defRPr sz="700">
                <a:solidFill>
                  <a:schemeClr val="bg1">
                    <a:lumMod val="75000"/>
                  </a:schemeClr>
                </a:solidFill>
              </a:defRPr>
            </a:lvl4pPr>
            <a:lvl5pPr>
              <a:buNone/>
              <a:defRPr sz="700">
                <a:solidFill>
                  <a:schemeClr val="bg1">
                    <a:lumMod val="75000"/>
                  </a:schemeClr>
                </a:solidFill>
              </a:defRPr>
            </a:lvl5pPr>
          </a:lstStyle>
          <a:p xmlns:a="http://schemas.openxmlformats.org/drawingml/2006/main">
            <a:pPr>
              <a:buNone/>
            </a:pPr>
            <a:r>
              <a:t>Click to add footer</a:t>
            </a:r>
          </a:p>
        </p:txBody>
      </p:sp>
      <p:sp>
        <p:nvSpPr>
          <p:cNvPr id="4" name="Text Placeholder 35">
            <a:extLst xmlns:a="http://schemas.openxmlformats.org/drawingml/2006/main">
              <a:ext uri="{FF2B5EF4-FFF2-40B4-BE49-F238E27FC236}">
                <a16:creationId xmlns:a16="http://schemas.microsoft.com/office/drawing/2014/main" id="{76757596-1ED2-6D02-3058-13E9BA2BAB8B}"/>
              </a:ext>
            </a:extLst>
          </p:cNvPr>
          <p:cNvSpPr>
            <a:spLocks xmlns:a="http://schemas.openxmlformats.org/drawingml/2006/main" noGrp="1"/>
          </p:cNvSpPr>
          <p:nvPr>
            <p:ph type="body" idx="30" hasCustomPrompt="1"/>
          </p:nvPr>
        </p:nvSpPr>
        <p:spPr>
          <a:xfrm xmlns:a="http://schemas.openxmlformats.org/drawingml/2006/main">
            <a:off x="9372600" y="6553200"/>
            <a:ext cx="2400300" cy="85408"/>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0" indent="0">
              <a:lnSpc>
                <a:spcPct val="90000"/>
              </a:lnSpc>
              <a:spcBef>
                <a:spcPts val="0"/>
              </a:spcBef>
              <a:spcAft>
                <a:spcPts val="0"/>
              </a:spcAft>
              <a:buNone/>
              <a:defRPr sz="600" b="0" i="0">
                <a:solidFill>
                  <a:schemeClr val="bg1"/>
                </a:solidFill>
                <a:latin typeface="Artifakt Element"/>
                <a:ea typeface="Artifakt Element"/>
                <a:cs typeface="Artifakt Element"/>
              </a:defRPr>
            </a:lvl1pPr>
          </a:lstStyle>
          <a:p xmlns:a="http://schemas.openxmlformats.org/drawingml/2006/main">
            <a:r>
              <a:t>Image courtesy of [Name]</a:t>
            </a:r>
          </a:p>
        </p:txBody>
      </p:sp>
    </p:spTree>
  </p:cSld>
</p:sldLayout>
</file>

<file path=ppt/slideLayouts/slideLayout13.xml><?xml version="1.0" encoding="utf-8"?>
<p:sldLayout xmlns:p="http://schemas.openxmlformats.org/presentationml/2006/main" preserve="1" userDrawn="1">
  <p:cSld name="2-Sided Content + Images">
    <p:bg>
      <p:bgPr>
        <a:solidFill xmlns:a="http://schemas.openxmlformats.org/drawingml/2006/main">
          <a:schemeClr val="bg2"/>
        </a:solidFill>
      </p:bgPr>
    </p:bg>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6CA0E3BC-8762-E2CB-CDE6-AAF5EFCECFF7}"/>
              </a:ext>
            </a:extLst>
          </p:cNvPr>
          <p:cNvSpPr>
            <a:spLocks xmlns:a="http://schemas.openxmlformats.org/drawingml/2006/main" noGrp="1"/>
          </p:cNvSpPr>
          <p:nvPr/>
        </p:nvSpPr>
        <p:spPr>
          <a:xfrm xmlns:a="http://schemas.openxmlformats.org/drawingml/2006/main">
            <a:off x="9109722" y="1059"/>
            <a:ext cx="3094037" cy="3427942"/>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 Placeholder 41">
            <a:extLst xmlns:a="http://schemas.openxmlformats.org/drawingml/2006/main">
              <a:ext uri="{FF2B5EF4-FFF2-40B4-BE49-F238E27FC236}">
                <a16:creationId xmlns:a16="http://schemas.microsoft.com/office/drawing/2014/main" id="{76A92A9C-B4C1-95DD-CB48-15E57AA277F8}"/>
              </a:ext>
            </a:extLst>
          </p:cNvPr>
          <p:cNvSpPr>
            <a:spLocks xmlns:a="http://schemas.openxmlformats.org/drawingml/2006/main" noGrp="1"/>
          </p:cNvSpPr>
          <p:nvPr>
            <p:ph type="body" idx="38" hasCustomPrompt="1"/>
          </p:nvPr>
        </p:nvSpPr>
        <p:spPr>
          <a:xfrm xmlns:a="http://schemas.openxmlformats.org/drawingml/2006/main">
            <a:off x="419100" y="1556580"/>
            <a:ext cx="5271725" cy="352782"/>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0" indent="0">
              <a:spcBef>
                <a:spcPts val="0"/>
              </a:spcBef>
              <a:spcAft>
                <a:spcPts val="0"/>
              </a:spcAft>
              <a:buNone/>
              <a:defRPr sz="1600" b="0" i="0">
                <a:latin typeface="Artifakt Element"/>
                <a:ea typeface="Artifakt Element"/>
                <a:cs typeface="Artifakt Element"/>
              </a:defRPr>
            </a:lvl1pPr>
            <a:lvl2pPr>
              <a:buNone/>
              <a:defRPr>
                <a:latin typeface="+mn-lt"/>
                <a:ea typeface="+mn-lt"/>
                <a:cs typeface="+mn-lt"/>
              </a:defRPr>
            </a:lvl2pPr>
            <a:lvl3pPr>
              <a:buNone/>
              <a:defRPr>
                <a:latin typeface="+mn-lt"/>
                <a:ea typeface="+mn-lt"/>
                <a:cs typeface="+mn-lt"/>
              </a:defRPr>
            </a:lvl3pPr>
            <a:lvl4pPr>
              <a:buNone/>
              <a:defRPr>
                <a:latin typeface="+mn-lt"/>
                <a:ea typeface="+mn-lt"/>
                <a:cs typeface="+mn-lt"/>
              </a:defRPr>
            </a:lvl4pPr>
            <a:lvl5pPr>
              <a:buNone/>
              <a:defRPr>
                <a:latin typeface="+mn-lt"/>
                <a:ea typeface="+mn-lt"/>
                <a:cs typeface="+mn-lt"/>
              </a:defRPr>
            </a:lvl5pPr>
          </a:lstStyle>
          <a:p xmlns:a="http://schemas.openxmlformats.org/drawingml/2006/main">
            <a:pPr>
              <a:buNone/>
            </a:pPr>
            <a:r>
              <a:t>Click to add subtitle</a:t>
            </a:r>
          </a:p>
        </p:txBody>
      </p:sp>
      <p:sp>
        <p:nvSpPr>
          <p:cNvPr id="42" name="Picture Placeholder 41">
            <a:extLst xmlns:a="http://schemas.openxmlformats.org/drawingml/2006/main">
              <a:ext uri="{FF2B5EF4-FFF2-40B4-BE49-F238E27FC236}">
                <a16:creationId xmlns:a16="http://schemas.microsoft.com/office/drawing/2014/main" id="{0DFB5D10-2785-8DE1-8D7E-FBB8BB5DBD81}"/>
              </a:ext>
            </a:extLst>
          </p:cNvPr>
          <p:cNvSpPr>
            <a:spLocks xmlns:a="http://schemas.openxmlformats.org/drawingml/2006/main" noGrp="1"/>
          </p:cNvSpPr>
          <p:nvPr>
            <p:ph type="pic" idx="51"/>
          </p:nvPr>
        </p:nvSpPr>
        <p:spPr>
          <a:xfrm xmlns:a="http://schemas.openxmlformats.org/drawingml/2006/main">
            <a:off x="6096000" y="0"/>
            <a:ext cx="3068637" cy="3429000"/>
          </a:xfrm>
          <a:prstGeom xmlns:a="http://schemas.openxmlformats.org/drawingml/2006/main" prst="rect">
            <a:avLst/>
          </a:prstGeom>
          <a:solidFill xmlns:a="http://schemas.openxmlformats.org/drawingml/2006/main">
            <a:schemeClr val="tx1"/>
          </a:solidFill>
        </p:spPr>
        <p:txBody>
          <a:bodyPr xmlns:a="http://schemas.openxmlformats.org/drawingml/2006/main"/>
          <a:lstStyle xmlns:a="http://schemas.openxmlformats.org/drawingml/2006/main">
            <a:lvl1pPr>
              <a:buNone/>
              <a:defRPr b="0" i="0">
                <a:latin typeface="Artifakt Element"/>
                <a:ea typeface="Artifakt Element"/>
                <a:cs typeface="Artifakt Element"/>
              </a:defRPr>
            </a:lvl1pPr>
          </a:lstStyle>
          <a:p xmlns:a="http://schemas.openxmlformats.org/drawingml/2006/main"/>
        </p:txBody>
      </p:sp>
      <p:sp>
        <p:nvSpPr>
          <p:cNvPr id="6" name="Title 5">
            <a:extLst xmlns:a="http://schemas.openxmlformats.org/drawingml/2006/main">
              <a:ext uri="{FF2B5EF4-FFF2-40B4-BE49-F238E27FC236}">
                <a16:creationId xmlns:a16="http://schemas.microsoft.com/office/drawing/2014/main" id="{E7D69307-1AD1-AA51-DFBB-DEDFFACBF17B}"/>
              </a:ext>
            </a:extLst>
          </p:cNvPr>
          <p:cNvSpPr>
            <a:spLocks xmlns:a="http://schemas.openxmlformats.org/drawingml/2006/main" noGrp="1"/>
          </p:cNvSpPr>
          <p:nvPr>
            <p:ph type="title" idx="0" hasCustomPrompt="1"/>
          </p:nvPr>
        </p:nvSpPr>
        <p:spPr>
          <a:xfrm xmlns:a="http://schemas.openxmlformats.org/drawingml/2006/main">
            <a:off x="419100" y="423668"/>
            <a:ext cx="5271725" cy="963247"/>
          </a:xfrm>
        </p:spPr>
        <p:txBody>
          <a:bodyPr xmlns:a="http://schemas.openxmlformats.org/drawingml/2006/main"/>
          <a:lstStyle xmlns:a="http://schemas.openxmlformats.org/drawingml/2006/main">
            <a:lvl1pPr>
              <a:buNone/>
              <a:defRPr/>
            </a:lvl1pPr>
          </a:lstStyle>
          <a:p xmlns:a="http://schemas.openxmlformats.org/drawingml/2006/main">
            <a:r>
              <a:t>Click to add title</a:t>
            </a:r>
          </a:p>
        </p:txBody>
      </p:sp>
      <p:sp>
        <p:nvSpPr>
          <p:cNvPr id="8" name="Text Placeholder 7">
            <a:extLst xmlns:a="http://schemas.openxmlformats.org/drawingml/2006/main">
              <a:ext uri="{FF2B5EF4-FFF2-40B4-BE49-F238E27FC236}">
                <a16:creationId xmlns:a16="http://schemas.microsoft.com/office/drawing/2014/main" id="{E34DA2C6-52E8-C130-AA3E-7DFF8788F60A}"/>
              </a:ext>
            </a:extLst>
          </p:cNvPr>
          <p:cNvSpPr>
            <a:spLocks xmlns:a="http://schemas.openxmlformats.org/drawingml/2006/main" noGrp="1"/>
          </p:cNvSpPr>
          <p:nvPr>
            <p:ph type="body" idx="53" hasCustomPrompt="1"/>
          </p:nvPr>
        </p:nvSpPr>
        <p:spPr>
          <a:xfrm xmlns:a="http://schemas.openxmlformats.org/drawingml/2006/main">
            <a:off x="9690025" y="1637397"/>
            <a:ext cx="2029968" cy="866515"/>
          </a:xfrm>
          <a:prstGeom xmlns:a="http://schemas.openxmlformats.org/drawingml/2006/main" prst="rect">
            <a:avLst/>
          </a:prstGeom>
        </p:spPr>
        <p:txBody>
          <a:bodyPr xmlns:a="http://schemas.openxmlformats.org/drawingml/2006/main" anchor="ctr"/>
          <a:lstStyle xmlns:a="http://schemas.openxmlformats.org/drawingml/2006/main">
            <a:lvl1pPr marL="0" indent="0">
              <a:spcBef>
                <a:spcPts val="0"/>
              </a:spcBef>
              <a:spcAft>
                <a:spcPts val="0"/>
              </a:spcAft>
              <a:buNone/>
              <a:defRPr sz="7200" b="1">
                <a:solidFill>
                  <a:schemeClr val="tx1"/>
                </a:solidFill>
                <a:latin typeface="+mj-lt"/>
                <a:ea typeface="+mj-lt"/>
                <a:cs typeface="+mj-lt"/>
              </a:defRPr>
            </a:lvl1pPr>
          </a:lstStyle>
          <a:p xmlns:a="http://schemas.openxmlformats.org/drawingml/2006/main">
            <a:pPr>
              <a:buNone/>
            </a:pPr>
            <a:r>
              <a:t>00%</a:t>
            </a:r>
          </a:p>
        </p:txBody>
      </p:sp>
      <p:sp>
        <p:nvSpPr>
          <p:cNvPr id="3" name="Text Placeholder 2">
            <a:extLst xmlns:a="http://schemas.openxmlformats.org/drawingml/2006/main">
              <a:ext uri="{FF2B5EF4-FFF2-40B4-BE49-F238E27FC236}">
                <a16:creationId xmlns:a16="http://schemas.microsoft.com/office/drawing/2014/main" id="{FC8559AA-2694-F0EA-20AB-2397768EA2A2}"/>
              </a:ext>
            </a:extLst>
          </p:cNvPr>
          <p:cNvSpPr>
            <a:spLocks xmlns:a="http://schemas.openxmlformats.org/drawingml/2006/main" noGrp="1"/>
          </p:cNvSpPr>
          <p:nvPr>
            <p:ph type="body" idx="56" hasCustomPrompt="1"/>
          </p:nvPr>
        </p:nvSpPr>
        <p:spPr>
          <a:xfrm xmlns:a="http://schemas.openxmlformats.org/drawingml/2006/main">
            <a:off x="9690100" y="1034206"/>
            <a:ext cx="2029968" cy="477094"/>
          </a:xfrm>
        </p:spPr>
        <p:txBody>
          <a:bodyPr xmlns:a="http://schemas.openxmlformats.org/drawingml/2006/main"/>
          <a:lstStyle xmlns:a="http://schemas.openxmlformats.org/drawingml/2006/main">
            <a:lvl1pPr marL="0" indent="0">
              <a:spcBef>
                <a:spcPts val="0"/>
              </a:spcBef>
              <a:spcAft>
                <a:spcPts val="0"/>
              </a:spcAft>
              <a:buNone/>
              <a:defRPr sz="1200" b="0" i="0">
                <a:solidFill>
                  <a:schemeClr val="tx1"/>
                </a:solidFill>
                <a:latin typeface="Artifakt Element"/>
                <a:ea typeface="Artifakt Element"/>
                <a:cs typeface="Artifakt Element"/>
              </a:defRPr>
            </a:lvl1pPr>
            <a:lvl2pPr marL="228600" indent="0">
              <a:buNone/>
              <a:defRPr sz="1100">
                <a:solidFill>
                  <a:schemeClr val="tx1"/>
                </a:solidFill>
              </a:defRPr>
            </a:lvl2pPr>
            <a:lvl3pPr marL="457200" indent="0">
              <a:buNone/>
              <a:defRPr sz="1050">
                <a:solidFill>
                  <a:schemeClr val="tx1"/>
                </a:solidFill>
              </a:defRPr>
            </a:lvl3pPr>
            <a:lvl4pPr marL="685800" indent="0">
              <a:buNone/>
              <a:defRPr sz="1000">
                <a:solidFill>
                  <a:schemeClr val="tx1"/>
                </a:solidFill>
              </a:defRPr>
            </a:lvl4pPr>
            <a:lvl5pPr marL="914400" indent="0">
              <a:buNone/>
              <a:defRPr sz="1000">
                <a:solidFill>
                  <a:schemeClr val="tx1"/>
                </a:solidFill>
              </a:defRPr>
            </a:lvl5pPr>
          </a:lstStyle>
          <a:p xmlns:a="http://schemas.openxmlformats.org/drawingml/2006/main">
            <a:pPr>
              <a:buNone/>
            </a:pPr>
            <a:r>
              <a:t>Click to add body copy</a:t>
            </a:r>
          </a:p>
        </p:txBody>
      </p:sp>
      <p:sp>
        <p:nvSpPr>
          <p:cNvPr id="7" name="Text Placeholder 10">
            <a:extLst xmlns:a="http://schemas.openxmlformats.org/drawingml/2006/main">
              <a:ext uri="{FF2B5EF4-FFF2-40B4-BE49-F238E27FC236}">
                <a16:creationId xmlns:a16="http://schemas.microsoft.com/office/drawing/2014/main" id="{13131A73-87DD-B027-2198-A8965D3595B7}"/>
              </a:ext>
            </a:extLst>
          </p:cNvPr>
          <p:cNvSpPr>
            <a:spLocks xmlns:a="http://schemas.openxmlformats.org/drawingml/2006/main" noGrp="1"/>
          </p:cNvSpPr>
          <p:nvPr>
            <p:ph type="body" idx="54" hasCustomPrompt="1"/>
          </p:nvPr>
        </p:nvSpPr>
        <p:spPr>
          <a:xfrm xmlns:a="http://schemas.openxmlformats.org/drawingml/2006/main">
            <a:off x="419100" y="3164114"/>
            <a:ext cx="5271725" cy="2735036"/>
          </a:xfrm>
          <a:prstGeom xmlns:a="http://schemas.openxmlformats.org/drawingml/2006/main" prst="rect">
            <a:avLst/>
          </a:prstGeom>
        </p:spPr>
        <p:txBody>
          <a:bodyPr xmlns:a="http://schemas.openxmlformats.org/drawingml/2006/main"/>
          <a:lstStyle xmlns:a="http://schemas.openxmlformats.org/drawingml/2006/main">
            <a:lvl1pPr marL="0" indent="0">
              <a:spcBef>
                <a:spcPts val="0"/>
              </a:spcBef>
              <a:spcAft>
                <a:spcPts val="1200"/>
              </a:spcAft>
              <a:buNone/>
              <a:defRPr sz="1200" b="0" i="0">
                <a:latin typeface="Artifakt Element"/>
                <a:ea typeface="Artifakt Element"/>
                <a:cs typeface="Artifakt Element"/>
              </a:defRPr>
            </a:lvl1pPr>
          </a:lstStyle>
          <a:p xmlns:a="http://schemas.openxmlformats.org/drawingml/2006/main">
            <a:pPr>
              <a:buNone/>
            </a:pPr>
            <a:r>
              <a:t>Click to add body copy</a:t>
            </a:r>
          </a:p>
        </p:txBody>
      </p:sp>
      <p:sp>
        <p:nvSpPr>
          <p:cNvPr id="11" name="Picture Placeholder 10">
            <a:extLst xmlns:a="http://schemas.openxmlformats.org/drawingml/2006/main">
              <a:ext uri="{FF2B5EF4-FFF2-40B4-BE49-F238E27FC236}">
                <a16:creationId xmlns:a16="http://schemas.microsoft.com/office/drawing/2014/main" id="{A9A523DB-6FAC-3096-0062-0E1D6967ADC3}"/>
              </a:ext>
            </a:extLst>
          </p:cNvPr>
          <p:cNvSpPr>
            <a:spLocks xmlns:a="http://schemas.openxmlformats.org/drawingml/2006/main" noGrp="1"/>
          </p:cNvSpPr>
          <p:nvPr>
            <p:ph type="pic" idx="57"/>
          </p:nvPr>
        </p:nvSpPr>
        <p:spPr>
          <a:xfrm xmlns:a="http://schemas.openxmlformats.org/drawingml/2006/main">
            <a:off x="5918200" y="3429000"/>
            <a:ext cx="6273800" cy="3429000"/>
          </a:xfrm>
          <a:custGeom xmlns:a="http://schemas.openxmlformats.org/drawingml/2006/main">
            <a:rect l="l" t="t" r="r" b="b"/>
            <a:pathLst>
              <a:path w="6273800" h="3429000">
                <a:moveTo>
                  <a:pt x="177800" y="0"/>
                </a:moveTo>
                <a:lnTo>
                  <a:pt x="6273800" y="0"/>
                </a:lnTo>
                <a:lnTo>
                  <a:pt x="6273800" y="3429000"/>
                </a:lnTo>
                <a:lnTo>
                  <a:pt x="0" y="3429000"/>
                </a:lnTo>
                <a:lnTo>
                  <a:pt x="0" y="3426122"/>
                </a:lnTo>
                <a:lnTo>
                  <a:pt x="13037" y="3424808"/>
                </a:lnTo>
                <a:cubicBezTo>
                  <a:pt x="107067" y="3405567"/>
                  <a:pt x="177800" y="3322369"/>
                  <a:pt x="177800" y="3222650"/>
                </a:cubicBezTo>
                <a:close/>
              </a:path>
            </a:pathLst>
          </a:custGeom>
          <a:noFill xmlns:a="http://schemas.openxmlformats.org/drawingml/2006/main"/>
        </p:spPr>
        <p:txBody>
          <a:bodyPr xmlns:a="http://schemas.openxmlformats.org/drawingml/2006/main" wrap="square">
            <a:noAutofit/>
          </a:bodyPr>
          <a:lstStyle xmlns:a="http://schemas.openxmlformats.org/drawingml/2006/main">
            <a:lvl1pPr>
              <a:buNone/>
              <a:defRPr b="0" i="0">
                <a:latin typeface="Artifakt Element"/>
                <a:ea typeface="Artifakt Element"/>
                <a:cs typeface="Artifakt Element"/>
              </a:defRPr>
            </a:lvl1pPr>
          </a:lstStyle>
          <a:p xmlns:a="http://schemas.openxmlformats.org/drawingml/2006/main"/>
        </p:txBody>
      </p:sp>
      <p:sp>
        <p:nvSpPr>
          <p:cNvPr id="5" name="Text Placeholder 10">
            <a:extLst xmlns:a="http://schemas.openxmlformats.org/drawingml/2006/main">
              <a:ext uri="{FF2B5EF4-FFF2-40B4-BE49-F238E27FC236}">
                <a16:creationId xmlns:a16="http://schemas.microsoft.com/office/drawing/2014/main" id="{77DC3BB8-86D0-A27F-608B-AE26DD853422}"/>
              </a:ext>
            </a:extLst>
          </p:cNvPr>
          <p:cNvSpPr>
            <a:spLocks xmlns:a="http://schemas.openxmlformats.org/drawingml/2006/main" noGrp="1"/>
          </p:cNvSpPr>
          <p:nvPr>
            <p:ph type="body" idx="58" hasCustomPrompt="1"/>
          </p:nvPr>
        </p:nvSpPr>
        <p:spPr>
          <a:xfrm xmlns:a="http://schemas.openxmlformats.org/drawingml/2006/main">
            <a:off x="419100" y="2368822"/>
            <a:ext cx="5271725" cy="590278"/>
          </a:xfrm>
          <a:prstGeom xmlns:a="http://schemas.openxmlformats.org/drawingml/2006/main" prst="rect">
            <a:avLst/>
          </a:prstGeom>
        </p:spPr>
        <p:txBody>
          <a:bodyPr xmlns:a="http://schemas.openxmlformats.org/drawingml/2006/main"/>
          <a:lstStyle xmlns:a="http://schemas.openxmlformats.org/drawingml/2006/main">
            <a:lvl1pPr marL="0" indent="0" algn="l">
              <a:lnSpc>
                <a:spcPct val="100000"/>
              </a:lnSpc>
              <a:spcBef>
                <a:spcPts val="0"/>
              </a:spcBef>
              <a:spcAft>
                <a:spcPts val="0"/>
              </a:spcAft>
              <a:buNone/>
              <a:defRPr sz="2000" b="1">
                <a:solidFill>
                  <a:schemeClr val="tx1"/>
                </a:solidFill>
                <a:latin typeface="+mj-lt"/>
                <a:ea typeface="+mj-lt"/>
                <a:cs typeface="+mj-lt"/>
              </a:defRPr>
            </a:lvl1pPr>
          </a:lstStyle>
          <a:p xmlns:a="http://schemas.openxmlformats.org/drawingml/2006/main">
            <a:pPr>
              <a:buNone/>
            </a:pPr>
            <a:r>
              <a:t>Click to add header</a:t>
            </a:r>
          </a:p>
        </p:txBody>
      </p:sp>
      <p:sp>
        <p:nvSpPr>
          <p:cNvPr id="13" name="Text Placeholder 18">
            <a:extLst xmlns:a="http://schemas.openxmlformats.org/drawingml/2006/main">
              <a:ext uri="{FF2B5EF4-FFF2-40B4-BE49-F238E27FC236}">
                <a16:creationId xmlns:a16="http://schemas.microsoft.com/office/drawing/2014/main" id="{D450FC74-8944-63BA-63E3-A2C37851A71A}"/>
              </a:ext>
            </a:extLst>
          </p:cNvPr>
          <p:cNvSpPr>
            <a:spLocks xmlns:a="http://schemas.openxmlformats.org/drawingml/2006/main" noGrp="1"/>
          </p:cNvSpPr>
          <p:nvPr>
            <p:ph type="body" idx="28" hasCustomPrompt="1"/>
          </p:nvPr>
        </p:nvSpPr>
        <p:spPr>
          <a:xfrm xmlns:a="http://schemas.openxmlformats.org/drawingml/2006/main">
            <a:off x="419100" y="6421359"/>
            <a:ext cx="5271725" cy="25498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buNone/>
              <a:defRPr sz="800" b="0" i="0">
                <a:solidFill>
                  <a:schemeClr val="tx2"/>
                </a:solidFill>
                <a:latin typeface="Artifakt Element"/>
                <a:ea typeface="Artifakt Element"/>
                <a:cs typeface="Artifakt Element"/>
              </a:defRPr>
            </a:lvl1pPr>
            <a:lvl2pPr>
              <a:buNone/>
              <a:defRPr sz="700">
                <a:solidFill>
                  <a:schemeClr val="bg1">
                    <a:lumMod val="75000"/>
                  </a:schemeClr>
                </a:solidFill>
              </a:defRPr>
            </a:lvl2pPr>
            <a:lvl3pPr>
              <a:buNone/>
              <a:defRPr sz="700">
                <a:solidFill>
                  <a:schemeClr val="bg1">
                    <a:lumMod val="75000"/>
                  </a:schemeClr>
                </a:solidFill>
              </a:defRPr>
            </a:lvl3pPr>
            <a:lvl4pPr>
              <a:buNone/>
              <a:defRPr sz="700">
                <a:solidFill>
                  <a:schemeClr val="bg1">
                    <a:lumMod val="75000"/>
                  </a:schemeClr>
                </a:solidFill>
              </a:defRPr>
            </a:lvl4pPr>
            <a:lvl5pPr>
              <a:buNone/>
              <a:defRPr sz="700">
                <a:solidFill>
                  <a:schemeClr val="bg1">
                    <a:lumMod val="75000"/>
                  </a:schemeClr>
                </a:solidFill>
              </a:defRPr>
            </a:lvl5pPr>
          </a:lstStyle>
          <a:p xmlns:a="http://schemas.openxmlformats.org/drawingml/2006/main">
            <a:pPr>
              <a:buNone/>
            </a:pPr>
            <a:r>
              <a:t>Click to add footer</a:t>
            </a:r>
          </a:p>
        </p:txBody>
      </p:sp>
      <p:sp>
        <p:nvSpPr>
          <p:cNvPr id="2" name="Text Placeholder 35">
            <a:extLst xmlns:a="http://schemas.openxmlformats.org/drawingml/2006/main">
              <a:ext uri="{FF2B5EF4-FFF2-40B4-BE49-F238E27FC236}">
                <a16:creationId xmlns:a16="http://schemas.microsoft.com/office/drawing/2014/main" id="{75FDEC52-EFA0-3C6C-3F06-9201401B30DE}"/>
              </a:ext>
            </a:extLst>
          </p:cNvPr>
          <p:cNvSpPr>
            <a:spLocks xmlns:a="http://schemas.openxmlformats.org/drawingml/2006/main" noGrp="1"/>
          </p:cNvSpPr>
          <p:nvPr>
            <p:ph type="body" idx="30" hasCustomPrompt="1"/>
          </p:nvPr>
        </p:nvSpPr>
        <p:spPr>
          <a:xfrm xmlns:a="http://schemas.openxmlformats.org/drawingml/2006/main">
            <a:off x="6349059" y="6553200"/>
            <a:ext cx="5423841" cy="85408"/>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0" indent="0">
              <a:lnSpc>
                <a:spcPct val="90000"/>
              </a:lnSpc>
              <a:spcBef>
                <a:spcPts val="0"/>
              </a:spcBef>
              <a:spcAft>
                <a:spcPts val="0"/>
              </a:spcAft>
              <a:buNone/>
              <a:defRPr sz="600" b="0" i="0">
                <a:solidFill>
                  <a:schemeClr val="bg1"/>
                </a:solidFill>
                <a:latin typeface="Artifakt Element"/>
                <a:ea typeface="Artifakt Element"/>
                <a:cs typeface="Artifakt Element"/>
              </a:defRPr>
            </a:lvl1pPr>
          </a:lstStyle>
          <a:p xmlns:a="http://schemas.openxmlformats.org/drawingml/2006/main">
            <a:r>
              <a:t>Image courtesy of [Name]</a:t>
            </a:r>
          </a:p>
        </p:txBody>
      </p:sp>
      <p:sp>
        <p:nvSpPr>
          <p:cNvPr id="9" name="Text Placeholder 35">
            <a:extLst xmlns:a="http://schemas.openxmlformats.org/drawingml/2006/main">
              <a:ext uri="{FF2B5EF4-FFF2-40B4-BE49-F238E27FC236}">
                <a16:creationId xmlns:a16="http://schemas.microsoft.com/office/drawing/2014/main" id="{1C53E2FC-F074-A722-D442-3E07F29524B7}"/>
              </a:ext>
            </a:extLst>
          </p:cNvPr>
          <p:cNvSpPr>
            <a:spLocks xmlns:a="http://schemas.openxmlformats.org/drawingml/2006/main" noGrp="1"/>
          </p:cNvSpPr>
          <p:nvPr>
            <p:ph type="body" idx="59" hasCustomPrompt="1"/>
          </p:nvPr>
        </p:nvSpPr>
        <p:spPr>
          <a:xfrm xmlns:a="http://schemas.openxmlformats.org/drawingml/2006/main">
            <a:off x="6349059" y="3078706"/>
            <a:ext cx="2506016" cy="85408"/>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0" indent="0">
              <a:lnSpc>
                <a:spcPct val="90000"/>
              </a:lnSpc>
              <a:spcBef>
                <a:spcPts val="0"/>
              </a:spcBef>
              <a:spcAft>
                <a:spcPts val="0"/>
              </a:spcAft>
              <a:buNone/>
              <a:defRPr sz="600" b="0" i="0">
                <a:solidFill>
                  <a:schemeClr val="bg1"/>
                </a:solidFill>
                <a:latin typeface="Artifakt Element"/>
                <a:ea typeface="Artifakt Element"/>
                <a:cs typeface="Artifakt Element"/>
              </a:defRPr>
            </a:lvl1pPr>
          </a:lstStyle>
          <a:p xmlns:a="http://schemas.openxmlformats.org/drawingml/2006/main">
            <a:r>
              <a:t>Image courtesy of [Name]</a:t>
            </a:r>
          </a:p>
        </p:txBody>
      </p:sp>
    </p:spTree>
  </p:cSld>
</p:sldLayout>
</file>

<file path=ppt/slideLayouts/slideLayout14.xml><?xml version="1.0" encoding="utf-8"?>
<p:sldLayout xmlns:p="http://schemas.openxmlformats.org/presentationml/2006/main" preserve="1" userDrawn="1">
  <p:cSld name="Light/Dark Half">
    <p:spTree>
      <p:nvGrpSpPr>
        <p:cNvPr id="1" name=""/>
        <p:cNvGrpSpPr/>
        <p:nvPr/>
      </p:nvGrpSpPr>
      <p:grpSpPr>
        <a:xfrm xmlns:a="http://schemas.openxmlformats.org/drawingml/2006/main"/>
      </p:grpSpPr>
      <p:sp>
        <p:nvSpPr>
          <p:cNvPr id="5" name="Rounded Rectangle 6">
            <a:extLst xmlns:a="http://schemas.openxmlformats.org/drawingml/2006/main">
              <a:ext uri="{FF2B5EF4-FFF2-40B4-BE49-F238E27FC236}">
                <a16:creationId xmlns:a16="http://schemas.microsoft.com/office/drawing/2014/main" id="{29719A6B-0A29-A200-BD59-3E498625A389}"/>
              </a:ext>
            </a:extLst>
          </p:cNvPr>
          <p:cNvSpPr>
            <a:spLocks xmlns:a="http://schemas.openxmlformats.org/drawingml/2006/main" noGrp="1"/>
          </p:cNvSpPr>
          <p:nvPr/>
        </p:nvSpPr>
        <p:spPr>
          <a:xfrm xmlns:a="http://schemas.openxmlformats.org/drawingml/2006/main">
            <a:off x="6096000" y="1"/>
            <a:ext cx="6096000" cy="6858000"/>
          </a:xfrm>
          <a:prstGeom xmlns:a="http://schemas.openxmlformats.org/drawingml/2006/main" prst="roundRect">
            <a:avLst>
              <a:gd name="adj" fmla="val 0"/>
            </a:avLst>
          </a:prstGeom>
          <a:solidFill xmlns:a="http://schemas.openxmlformats.org/drawingml/2006/main">
            <a:schemeClr val="tx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ounded Rectangle 17">
            <a:extLst xmlns:a="http://schemas.openxmlformats.org/drawingml/2006/main">
              <a:ext uri="{FF2B5EF4-FFF2-40B4-BE49-F238E27FC236}">
                <a16:creationId xmlns:a16="http://schemas.microsoft.com/office/drawing/2014/main" id="{F33B25BA-C8CC-A289-2B36-125B7712F0A4}"/>
              </a:ext>
            </a:extLst>
          </p:cNvPr>
          <p:cNvSpPr>
            <a:spLocks xmlns:a="http://schemas.openxmlformats.org/drawingml/2006/main" noGrp="1"/>
          </p:cNvSpPr>
          <p:nvPr/>
        </p:nvSpPr>
        <p:spPr>
          <a:xfrm xmlns:a="http://schemas.openxmlformats.org/drawingml/2006/main">
            <a:off x="-3048" y="1"/>
            <a:ext cx="6096000" cy="6858000"/>
          </a:xfrm>
          <a:prstGeom xmlns:a="http://schemas.openxmlformats.org/drawingml/2006/main" prst="roundRect">
            <a:avLst>
              <a:gd name="adj"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Slide Number Placeholder 2">
            <a:extLst xmlns:a="http://schemas.openxmlformats.org/drawingml/2006/main">
              <a:ext uri="{FF2B5EF4-FFF2-40B4-BE49-F238E27FC236}">
                <a16:creationId xmlns:a16="http://schemas.microsoft.com/office/drawing/2014/main" id="{E649FCFF-01FC-F032-C4C1-3098139C8504}"/>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lvl1pPr>
              <a:buNone/>
              <a:defRPr b="0" i="0">
                <a:solidFill>
                  <a:schemeClr val="accent6"/>
                </a:solidFill>
                <a:latin typeface="Artifakt Element"/>
                <a:ea typeface="Artifakt Element"/>
                <a:cs typeface="Artifakt Element"/>
              </a:defRPr>
            </a:lvl1pPr>
          </a:lstStyle>
          <a:p xmlns:a="http://schemas.openxmlformats.org/drawingml/2006/main">
            <a:fld id="{D425CD52-4183-C145-916A-AE90310D9D4E}" type="slidenum">
              <a:t>‹#›</a:t>
            </a:fld>
          </a:p>
        </p:txBody>
      </p:sp>
      <p:sp>
        <p:nvSpPr>
          <p:cNvPr id="15" name="Content Placeholder 21">
            <a:extLst xmlns:a="http://schemas.openxmlformats.org/drawingml/2006/main">
              <a:ext uri="{FF2B5EF4-FFF2-40B4-BE49-F238E27FC236}">
                <a16:creationId xmlns:a16="http://schemas.microsoft.com/office/drawing/2014/main" id="{7CAE49BC-9412-C25E-97CC-F040B4D278CE}"/>
              </a:ext>
            </a:extLst>
          </p:cNvPr>
          <p:cNvSpPr>
            <a:spLocks xmlns:a="http://schemas.openxmlformats.org/drawingml/2006/main" noGrp="1"/>
          </p:cNvSpPr>
          <p:nvPr>
            <p:ph idx="51" hasCustomPrompt="1"/>
          </p:nvPr>
        </p:nvSpPr>
        <p:spPr>
          <a:xfrm xmlns:a="http://schemas.openxmlformats.org/drawingml/2006/main">
            <a:off x="419100" y="2031964"/>
            <a:ext cx="5340512" cy="3867186"/>
          </a:xfrm>
        </p:spPr>
        <p:txBody>
          <a:bodyPr xmlns:a="http://schemas.openxmlformats.org/drawingml/2006/main"/>
          <a:lstStyle xmlns:a="http://schemas.openxmlformats.org/drawingml/2006/main">
            <a:lvl1pPr>
              <a:buNone/>
              <a:defRPr b="0" i="0">
                <a:solidFill>
                  <a:schemeClr val="tx1"/>
                </a:solidFill>
                <a:latin typeface="Artifakt Element"/>
                <a:ea typeface="Artifakt Element"/>
                <a:cs typeface="Artifakt Element"/>
              </a:defRPr>
            </a:lvl1pPr>
            <a:lvl2pPr>
              <a:buNone/>
              <a:defRPr b="0" i="0">
                <a:solidFill>
                  <a:schemeClr val="tx1"/>
                </a:solidFill>
                <a:latin typeface="Artifakt Element"/>
                <a:ea typeface="Artifakt Element"/>
                <a:cs typeface="Artifakt Element"/>
              </a:defRPr>
            </a:lvl2pPr>
            <a:lvl3pPr>
              <a:buNone/>
              <a:defRPr b="0" i="0">
                <a:solidFill>
                  <a:schemeClr val="tx1"/>
                </a:solidFill>
                <a:latin typeface="Artifakt Element"/>
                <a:ea typeface="Artifakt Element"/>
                <a:cs typeface="Artifakt Element"/>
              </a:defRPr>
            </a:lvl3pPr>
            <a:lvl4pPr>
              <a:buNone/>
              <a:defRPr b="0" i="0">
                <a:solidFill>
                  <a:schemeClr val="tx1"/>
                </a:solidFill>
                <a:latin typeface="Artifakt Element"/>
                <a:ea typeface="Artifakt Element"/>
                <a:cs typeface="Artifakt Element"/>
              </a:defRPr>
            </a:lvl4pPr>
            <a:lvl5pPr>
              <a:buNone/>
              <a:defRPr b="0" i="0">
                <a:solidFill>
                  <a:schemeClr val="tx1"/>
                </a:solidFill>
                <a:latin typeface="Artifakt Element"/>
                <a:ea typeface="Artifakt Element"/>
                <a:cs typeface="Artifakt Element"/>
              </a:defRPr>
            </a:lvl5pPr>
          </a:lstStyle>
          <a:p xmlns:a="http://schemas.openxmlformats.org/drawingml/2006/main">
            <a:pPr>
              <a:buNone/>
            </a:pPr>
            <a:r>
              <a:t>Click to add body copy</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6" name="Content Placeholder 21">
            <a:extLst xmlns:a="http://schemas.openxmlformats.org/drawingml/2006/main">
              <a:ext uri="{FF2B5EF4-FFF2-40B4-BE49-F238E27FC236}">
                <a16:creationId xmlns:a16="http://schemas.microsoft.com/office/drawing/2014/main" id="{442A4E50-0827-2491-73BE-123A24961C33}"/>
              </a:ext>
            </a:extLst>
          </p:cNvPr>
          <p:cNvSpPr>
            <a:spLocks xmlns:a="http://schemas.openxmlformats.org/drawingml/2006/main" noGrp="1"/>
          </p:cNvSpPr>
          <p:nvPr>
            <p:ph idx="52" hasCustomPrompt="1"/>
          </p:nvPr>
        </p:nvSpPr>
        <p:spPr>
          <a:xfrm xmlns:a="http://schemas.openxmlformats.org/drawingml/2006/main">
            <a:off x="6443500" y="2031964"/>
            <a:ext cx="5329400" cy="3867186"/>
          </a:xfrm>
        </p:spPr>
        <p:txBody>
          <a:bodyPr xmlns:a="http://schemas.openxmlformats.org/drawingml/2006/main"/>
          <a:lstStyle xmlns:a="http://schemas.openxmlformats.org/drawingml/2006/main">
            <a:lvl1pPr>
              <a:buNone/>
              <a:defRPr b="0" i="0">
                <a:solidFill>
                  <a:schemeClr val="bg1"/>
                </a:solidFill>
                <a:latin typeface="Artifakt Element"/>
                <a:ea typeface="Artifakt Element"/>
                <a:cs typeface="Artifakt Element"/>
              </a:defRPr>
            </a:lvl1pPr>
            <a:lvl2pPr>
              <a:buNone/>
              <a:defRPr b="0" i="0">
                <a:solidFill>
                  <a:schemeClr val="bg1"/>
                </a:solidFill>
                <a:latin typeface="Artifakt Element"/>
                <a:ea typeface="Artifakt Element"/>
                <a:cs typeface="Artifakt Element"/>
              </a:defRPr>
            </a:lvl2pPr>
            <a:lvl3pPr>
              <a:buNone/>
              <a:defRPr b="0" i="0">
                <a:solidFill>
                  <a:schemeClr val="bg1"/>
                </a:solidFill>
                <a:latin typeface="Artifakt Element"/>
                <a:ea typeface="Artifakt Element"/>
                <a:cs typeface="Artifakt Element"/>
              </a:defRPr>
            </a:lvl3pPr>
            <a:lvl4pPr>
              <a:buNone/>
              <a:defRPr b="0" i="0">
                <a:solidFill>
                  <a:schemeClr val="bg1"/>
                </a:solidFill>
                <a:latin typeface="Artifakt Element"/>
                <a:ea typeface="Artifakt Element"/>
                <a:cs typeface="Artifakt Element"/>
              </a:defRPr>
            </a:lvl4pPr>
            <a:lvl5pPr>
              <a:buNone/>
              <a:defRPr b="0" i="0">
                <a:solidFill>
                  <a:schemeClr val="bg1"/>
                </a:solidFill>
                <a:latin typeface="Artifakt Element"/>
                <a:ea typeface="Artifakt Element"/>
                <a:cs typeface="Artifakt Element"/>
              </a:defRPr>
            </a:lvl5pPr>
          </a:lstStyle>
          <a:p xmlns:a="http://schemas.openxmlformats.org/drawingml/2006/main">
            <a:pPr>
              <a:buNone/>
            </a:pPr>
            <a:r>
              <a:t>Click to add body copy</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Title 1">
            <a:extLst xmlns:a="http://schemas.openxmlformats.org/drawingml/2006/main">
              <a:ext uri="{FF2B5EF4-FFF2-40B4-BE49-F238E27FC236}">
                <a16:creationId xmlns:a16="http://schemas.microsoft.com/office/drawing/2014/main" id="{C7B72C6A-A0CC-53A1-5513-68CB4538C4D5}"/>
              </a:ext>
            </a:extLst>
          </p:cNvPr>
          <p:cNvSpPr>
            <a:spLocks xmlns:a="http://schemas.openxmlformats.org/drawingml/2006/main" noGrp="1"/>
          </p:cNvSpPr>
          <p:nvPr>
            <p:ph type="title" idx="0" hasCustomPrompt="1"/>
          </p:nvPr>
        </p:nvSpPr>
        <p:spPr>
          <a:xfrm xmlns:a="http://schemas.openxmlformats.org/drawingml/2006/main">
            <a:off x="419100" y="423668"/>
            <a:ext cx="5329400" cy="1214631"/>
          </a:xfrm>
        </p:spPr>
        <p:txBody>
          <a:bodyPr xmlns:a="http://schemas.openxmlformats.org/drawingml/2006/main"/>
          <a:lstStyle xmlns:a="http://schemas.openxmlformats.org/drawingml/2006/main"/>
          <a:p xmlns:a="http://schemas.openxmlformats.org/drawingml/2006/main">
            <a:r>
              <a:t>Click to add title</a:t>
            </a:r>
          </a:p>
        </p:txBody>
      </p:sp>
      <p:sp>
        <p:nvSpPr>
          <p:cNvPr id="7" name="Text Placeholder 6">
            <a:extLst xmlns:a="http://schemas.openxmlformats.org/drawingml/2006/main">
              <a:ext uri="{FF2B5EF4-FFF2-40B4-BE49-F238E27FC236}">
                <a16:creationId xmlns:a16="http://schemas.microsoft.com/office/drawing/2014/main" id="{6C2DE034-EC96-563A-9D26-060FAE9CD2B0}"/>
              </a:ext>
            </a:extLst>
          </p:cNvPr>
          <p:cNvSpPr>
            <a:spLocks xmlns:a="http://schemas.openxmlformats.org/drawingml/2006/main" noGrp="1"/>
          </p:cNvSpPr>
          <p:nvPr>
            <p:ph type="body" idx="53" hasCustomPrompt="1"/>
          </p:nvPr>
        </p:nvSpPr>
        <p:spPr>
          <a:xfrm xmlns:a="http://schemas.openxmlformats.org/drawingml/2006/main">
            <a:off x="6443500" y="423668"/>
            <a:ext cx="5329400" cy="1214631"/>
          </a:xfrm>
        </p:spPr>
        <p:txBody>
          <a:bodyPr xmlns:a="http://schemas.openxmlformats.org/drawingml/2006/main"/>
          <a:lstStyle xmlns:a="http://schemas.openxmlformats.org/drawingml/2006/main">
            <a:lvl1pPr marL="0" indent="0">
              <a:lnSpc>
                <a:spcPct val="90000"/>
              </a:lnSpc>
              <a:spcBef>
                <a:spcPts val="0"/>
              </a:spcBef>
              <a:spcAft>
                <a:spcPts val="0"/>
              </a:spcAft>
              <a:buNone/>
              <a:defRPr sz="3600" b="1">
                <a:solidFill>
                  <a:schemeClr val="bg1"/>
                </a:solidFill>
                <a:latin typeface="+mj-lt"/>
                <a:ea typeface="+mj-lt"/>
                <a:cs typeface="+mj-lt"/>
              </a:defRPr>
            </a:lvl1pPr>
          </a:lstStyle>
          <a:p xmlns:a="http://schemas.openxmlformats.org/drawingml/2006/main">
            <a:pPr>
              <a:buNone/>
            </a:pPr>
            <a:r>
              <a:t>Click to add title</a:t>
            </a:r>
          </a:p>
        </p:txBody>
      </p:sp>
      <p:sp>
        <p:nvSpPr>
          <p:cNvPr id="8" name="Text Placeholder 18">
            <a:extLst xmlns:a="http://schemas.openxmlformats.org/drawingml/2006/main">
              <a:ext uri="{FF2B5EF4-FFF2-40B4-BE49-F238E27FC236}">
                <a16:creationId xmlns:a16="http://schemas.microsoft.com/office/drawing/2014/main" id="{D3452C1B-BCC3-8962-1914-B49ABEA69D4D}"/>
              </a:ext>
            </a:extLst>
          </p:cNvPr>
          <p:cNvSpPr>
            <a:spLocks xmlns:a="http://schemas.openxmlformats.org/drawingml/2006/main" noGrp="1"/>
          </p:cNvSpPr>
          <p:nvPr>
            <p:ph type="body" idx="28" hasCustomPrompt="1"/>
          </p:nvPr>
        </p:nvSpPr>
        <p:spPr>
          <a:xfrm xmlns:a="http://schemas.openxmlformats.org/drawingml/2006/main">
            <a:off x="419100" y="6421359"/>
            <a:ext cx="5340512" cy="25498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buNone/>
              <a:defRPr sz="800" b="0" i="0">
                <a:solidFill>
                  <a:schemeClr val="tx2"/>
                </a:solidFill>
                <a:latin typeface="Artifakt Element"/>
                <a:ea typeface="Artifakt Element"/>
                <a:cs typeface="Artifakt Element"/>
              </a:defRPr>
            </a:lvl1pPr>
            <a:lvl2pPr>
              <a:buNone/>
              <a:defRPr sz="700">
                <a:solidFill>
                  <a:schemeClr val="bg1">
                    <a:lumMod val="75000"/>
                  </a:schemeClr>
                </a:solidFill>
              </a:defRPr>
            </a:lvl2pPr>
            <a:lvl3pPr>
              <a:buNone/>
              <a:defRPr sz="700">
                <a:solidFill>
                  <a:schemeClr val="bg1">
                    <a:lumMod val="75000"/>
                  </a:schemeClr>
                </a:solidFill>
              </a:defRPr>
            </a:lvl3pPr>
            <a:lvl4pPr>
              <a:buNone/>
              <a:defRPr sz="700">
                <a:solidFill>
                  <a:schemeClr val="bg1">
                    <a:lumMod val="75000"/>
                  </a:schemeClr>
                </a:solidFill>
              </a:defRPr>
            </a:lvl4pPr>
            <a:lvl5pPr>
              <a:buNone/>
              <a:defRPr sz="700">
                <a:solidFill>
                  <a:schemeClr val="bg1">
                    <a:lumMod val="75000"/>
                  </a:schemeClr>
                </a:solidFill>
              </a:defRPr>
            </a:lvl5pPr>
          </a:lstStyle>
          <a:p xmlns:a="http://schemas.openxmlformats.org/drawingml/2006/main">
            <a:pPr>
              <a:buNone/>
            </a:pPr>
            <a:r>
              <a:t>Click to add footer</a:t>
            </a:r>
          </a:p>
        </p:txBody>
      </p:sp>
    </p:spTree>
  </p:cSld>
</p:sldLayout>
</file>

<file path=ppt/slideLayouts/slideLayout15.xml><?xml version="1.0" encoding="utf-8"?>
<p:sldLayout xmlns:p="http://schemas.openxmlformats.org/presentationml/2006/main" preserve="1" userDrawn="1">
  <p:cSld name="Big Quote">
    <p:bg>
      <p:bgPr>
        <a:solidFill xmlns:a="http://schemas.openxmlformats.org/drawingml/2006/main">
          <a:schemeClr val="bg1"/>
        </a:solidFill>
      </p:bgPr>
    </p:bg>
    <p:spTree>
      <p:nvGrpSpPr>
        <p:cNvPr id="1" name=""/>
        <p:cNvGrpSpPr/>
        <p:nvPr/>
      </p:nvGrpSpPr>
      <p:grpSpPr>
        <a:xfrm xmlns:a="http://schemas.openxmlformats.org/drawingml/2006/main"/>
      </p:grpSpPr>
      <p:sp>
        <p:nvSpPr>
          <p:cNvPr id="5" name="object 2">
            <a:extLst xmlns:a="http://schemas.openxmlformats.org/drawingml/2006/main">
              <a:ext uri="{FF2B5EF4-FFF2-40B4-BE49-F238E27FC236}">
                <a16:creationId xmlns:a16="http://schemas.microsoft.com/office/drawing/2014/main" id="{9ACBE8B7-59B4-E6E0-ED5D-89E20091C1D1}"/>
              </a:ext>
            </a:extLst>
          </p:cNvPr>
          <p:cNvSpPr>
            <a:spLocks xmlns:a="http://schemas.openxmlformats.org/drawingml/2006/main" noGrp="1"/>
          </p:cNvSpPr>
          <p:nvPr/>
        </p:nvSpPr>
        <p:spPr>
          <a:xfrm xmlns:a="http://schemas.openxmlformats.org/drawingml/2006/main">
            <a:off x="419100" y="419100"/>
            <a:ext cx="11364913" cy="5997575"/>
          </a:xfrm>
          <a:custGeom xmlns:a="http://schemas.openxmlformats.org/drawingml/2006/main">
            <a:rect l="l" t="t" r="r" b="b"/>
            <a:pathLst>
              <a:path w="9772650" h="5314950">
                <a:moveTo>
                  <a:pt x="9772650" y="0"/>
                </a:moveTo>
                <a:lnTo>
                  <a:pt x="0" y="0"/>
                </a:lnTo>
                <a:lnTo>
                  <a:pt x="0" y="5314950"/>
                </a:lnTo>
                <a:lnTo>
                  <a:pt x="9772650" y="5314950"/>
                </a:lnTo>
                <a:lnTo>
                  <a:pt x="9772650" y="0"/>
                </a:lnTo>
                <a:close/>
              </a:path>
            </a:pathLst>
          </a:custGeom>
          <a:solidFill xmlns:a="http://schemas.openxmlformats.org/drawingml/2006/main">
            <a:srgbClr val="F5F5F0"/>
          </a:solidFill>
        </p:spPr>
        <p:txBody>
          <a:bodyPr xmlns:a="http://schemas.openxmlformats.org/drawingml/2006/main" wrap="square" lIns="0" tIns="0" rIns="0" bIns="0"/>
          <a:lstStyle xmlns:a="http://schemas.openxmlformats.org/drawingml/2006/main"/>
          <a:p xmlns:a="http://schemas.openxmlformats.org/drawingml/2006/main"/>
        </p:txBody>
      </p:sp>
      <p:sp>
        <p:nvSpPr>
          <p:cNvPr id="4" name="Subtitle 2">
            <a:extLst xmlns:a="http://schemas.openxmlformats.org/drawingml/2006/main">
              <a:ext uri="{FF2B5EF4-FFF2-40B4-BE49-F238E27FC236}">
                <a16:creationId xmlns:a16="http://schemas.microsoft.com/office/drawing/2014/main" id="{2F0F5204-3FE4-73DD-B99E-F6A49528E10B}"/>
              </a:ext>
            </a:extLst>
          </p:cNvPr>
          <p:cNvSpPr>
            <a:spLocks xmlns:a="http://schemas.openxmlformats.org/drawingml/2006/main" noGrp="1"/>
          </p:cNvSpPr>
          <p:nvPr>
            <p:ph type="subTitle" idx="1" hasCustomPrompt="1"/>
          </p:nvPr>
        </p:nvSpPr>
        <p:spPr>
          <a:xfrm xmlns:a="http://schemas.openxmlformats.org/drawingml/2006/main">
            <a:off x="2463508" y="4517514"/>
            <a:ext cx="3815213" cy="225736"/>
          </a:xfrm>
          <a:prstGeom xmlns:a="http://schemas.openxmlformats.org/drawingml/2006/main" prst="rect">
            <a:avLst/>
          </a:prstGeom>
        </p:spPr>
        <p:txBody>
          <a:bodyPr xmlns:a="http://schemas.openxmlformats.org/drawingml/2006/main" lIns="0" rIns="0" anchor="b">
            <a:noAutofit/>
          </a:bodyPr>
          <a:lstStyle xmlns:a="http://schemas.openxmlformats.org/drawingml/2006/main">
            <a:lvl1pPr marL="0" indent="0" algn="l">
              <a:lnSpc>
                <a:spcPct val="100000"/>
              </a:lnSpc>
              <a:spcBef>
                <a:spcPts val="0"/>
              </a:spcBef>
              <a:spcAft>
                <a:spcPts val="0"/>
              </a:spcAft>
              <a:buNone/>
              <a:defRPr sz="1400" b="0" i="0" spc="0">
                <a:solidFill>
                  <a:schemeClr val="tx1"/>
                </a:solidFill>
                <a:latin typeface="Artifakt Element"/>
                <a:ea typeface="Artifakt Element"/>
                <a:cs typeface="Artifakt Element"/>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xmlns:a="http://schemas.openxmlformats.org/drawingml/2006/main">
            <a:r>
              <a:t>Add name here, title here​, company here</a:t>
            </a:r>
          </a:p>
        </p:txBody>
      </p:sp>
      <p:sp>
        <p:nvSpPr>
          <p:cNvPr id="8" name="Title 7">
            <a:extLst xmlns:a="http://schemas.openxmlformats.org/drawingml/2006/main">
              <a:ext uri="{FF2B5EF4-FFF2-40B4-BE49-F238E27FC236}">
                <a16:creationId xmlns:a16="http://schemas.microsoft.com/office/drawing/2014/main" id="{A25CF914-38EB-0CBF-B547-73D2242D79C3}"/>
              </a:ext>
            </a:extLst>
          </p:cNvPr>
          <p:cNvSpPr>
            <a:spLocks xmlns:a="http://schemas.openxmlformats.org/drawingml/2006/main" noGrp="1"/>
          </p:cNvSpPr>
          <p:nvPr>
            <p:ph type="title" idx="0" hasCustomPrompt="1"/>
          </p:nvPr>
        </p:nvSpPr>
        <p:spPr>
          <a:xfrm xmlns:a="http://schemas.openxmlformats.org/drawingml/2006/main">
            <a:off x="2463508" y="2511425"/>
            <a:ext cx="7165975" cy="1835150"/>
          </a:xfrm>
        </p:spPr>
        <p:txBody>
          <a:bodyPr xmlns:a="http://schemas.openxmlformats.org/drawingml/2006/main"/>
          <a:lstStyle xmlns:a="http://schemas.openxmlformats.org/drawingml/2006/main">
            <a:lvl1pPr>
              <a:lnSpc>
                <a:spcPct val="90000"/>
              </a:lnSpc>
              <a:buNone/>
              <a:defRPr sz="4000"/>
            </a:lvl1pPr>
          </a:lstStyle>
          <a:p xmlns:a="http://schemas.openxmlformats.org/drawingml/2006/main">
            <a:r>
              <a:t>Click to add quote</a:t>
            </a:r>
          </a:p>
        </p:txBody>
      </p:sp>
      <p:sp>
        <p:nvSpPr>
          <p:cNvPr id="7" name="Text Placeholder 18">
            <a:extLst xmlns:a="http://schemas.openxmlformats.org/drawingml/2006/main">
              <a:ext uri="{FF2B5EF4-FFF2-40B4-BE49-F238E27FC236}">
                <a16:creationId xmlns:a16="http://schemas.microsoft.com/office/drawing/2014/main" id="{EF6A8FB6-47FB-9F51-804A-9686B96B8F16}"/>
              </a:ext>
            </a:extLst>
          </p:cNvPr>
          <p:cNvSpPr>
            <a:spLocks xmlns:a="http://schemas.openxmlformats.org/drawingml/2006/main" noGrp="1"/>
          </p:cNvSpPr>
          <p:nvPr>
            <p:ph type="body" idx="28" hasCustomPrompt="1"/>
          </p:nvPr>
        </p:nvSpPr>
        <p:spPr>
          <a:xfrm xmlns:a="http://schemas.openxmlformats.org/drawingml/2006/main">
            <a:off x="419100" y="6421359"/>
            <a:ext cx="5271725" cy="25498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buNone/>
              <a:defRPr sz="800" b="0" i="0">
                <a:solidFill>
                  <a:schemeClr val="tx2"/>
                </a:solidFill>
                <a:latin typeface="Artifakt Element"/>
                <a:ea typeface="Artifakt Element"/>
                <a:cs typeface="Artifakt Element"/>
              </a:defRPr>
            </a:lvl1pPr>
            <a:lvl2pPr>
              <a:buNone/>
              <a:defRPr sz="700">
                <a:solidFill>
                  <a:schemeClr val="bg1">
                    <a:lumMod val="75000"/>
                  </a:schemeClr>
                </a:solidFill>
              </a:defRPr>
            </a:lvl2pPr>
            <a:lvl3pPr>
              <a:buNone/>
              <a:defRPr sz="700">
                <a:solidFill>
                  <a:schemeClr val="bg1">
                    <a:lumMod val="75000"/>
                  </a:schemeClr>
                </a:solidFill>
              </a:defRPr>
            </a:lvl3pPr>
            <a:lvl4pPr>
              <a:buNone/>
              <a:defRPr sz="700">
                <a:solidFill>
                  <a:schemeClr val="bg1">
                    <a:lumMod val="75000"/>
                  </a:schemeClr>
                </a:solidFill>
              </a:defRPr>
            </a:lvl4pPr>
            <a:lvl5pPr>
              <a:buNone/>
              <a:defRPr sz="700">
                <a:solidFill>
                  <a:schemeClr val="bg1">
                    <a:lumMod val="75000"/>
                  </a:schemeClr>
                </a:solidFill>
              </a:defRPr>
            </a:lvl5pPr>
          </a:lstStyle>
          <a:p xmlns:a="http://schemas.openxmlformats.org/drawingml/2006/main">
            <a:pPr>
              <a:buNone/>
            </a:pPr>
            <a:r>
              <a:t>Click to add footer</a:t>
            </a:r>
          </a:p>
        </p:txBody>
      </p:sp>
      <p:sp>
        <p:nvSpPr>
          <p:cNvPr id="9" name="Slide Number Placeholder 14">
            <a:extLst xmlns:a="http://schemas.openxmlformats.org/drawingml/2006/main">
              <a:ext uri="{FF2B5EF4-FFF2-40B4-BE49-F238E27FC236}">
                <a16:creationId xmlns:a16="http://schemas.microsoft.com/office/drawing/2014/main" id="{84D5E117-4226-93E4-A034-F81E693F388E}"/>
              </a:ext>
            </a:extLst>
          </p:cNvPr>
          <p:cNvSpPr>
            <a:spLocks xmlns:a="http://schemas.openxmlformats.org/drawingml/2006/main" noGrp="1"/>
          </p:cNvSpPr>
          <p:nvPr>
            <p:ph type="sldNum" idx="4"/>
          </p:nvPr>
        </p:nvSpPr>
        <p:spPr>
          <a:xfrm xmlns:a="http://schemas.openxmlformats.org/drawingml/2006/main">
            <a:off x="9043733" y="6421359"/>
            <a:ext cx="2740279" cy="254983"/>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800" b="0" i="0">
                <a:solidFill>
                  <a:schemeClr val="tx2"/>
                </a:solidFill>
                <a:latin typeface="Artifakt Element"/>
                <a:ea typeface="Artifakt Element"/>
                <a:cs typeface="Artifakt Element"/>
              </a:defRPr>
            </a:lvl1pPr>
          </a:lstStyle>
          <a:p xmlns:a="http://schemas.openxmlformats.org/drawingml/2006/main">
            <a:fld id="{D425CD52-4183-C145-916A-AE90310D9D4E}" type="slidenum">
              <a:t>‹#›</a:t>
            </a:fld>
          </a:p>
        </p:txBody>
      </p:sp>
    </p:spTree>
  </p:cSld>
</p:sldLayout>
</file>

<file path=ppt/slideLayouts/slideLayout16.xml><?xml version="1.0" encoding="utf-8"?>
<p:sldLayout xmlns:p="http://schemas.openxmlformats.org/presentationml/2006/main" preserve="1" userDrawn="1">
  <p:cSld name="Quote + Full Image">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DC7A033-478F-11A7-4111-DF2AD89B352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Picture Placeholder 2">
            <a:extLst xmlns:a="http://schemas.openxmlformats.org/drawingml/2006/main">
              <a:ext uri="{FF2B5EF4-FFF2-40B4-BE49-F238E27FC236}">
                <a16:creationId xmlns:a16="http://schemas.microsoft.com/office/drawing/2014/main" id="{816450DC-0567-EADF-88E7-CEF8D13AADD6}"/>
              </a:ext>
            </a:extLst>
          </p:cNvPr>
          <p:cNvSpPr>
            <a:spLocks xmlns:a="http://schemas.openxmlformats.org/drawingml/2006/main" noGrp="1"/>
          </p:cNvSpPr>
          <p:nvPr>
            <p:ph type="pic" idx="10"/>
          </p:nvPr>
        </p:nvSpPr>
        <p:spPr>
          <a:xfrm xmlns:a="http://schemas.openxmlformats.org/drawingml/2006/main">
            <a:off x="0" y="0"/>
            <a:ext cx="12192000" cy="6858000"/>
          </a:xfrm>
          <a:custGeom xmlns:a="http://schemas.openxmlformats.org/drawingml/2006/main">
            <a:rect l="l" t="t" r="r" b="b"/>
            <a:pathLst>
              <a:path w="12192000" h="6858000">
                <a:moveTo>
                  <a:pt x="2742284" y="1220419"/>
                </a:moveTo>
                <a:cubicBezTo>
                  <a:pt x="2592322" y="1220419"/>
                  <a:pt x="2470402" y="1342339"/>
                  <a:pt x="2470402" y="1492300"/>
                </a:cubicBezTo>
                <a:lnTo>
                  <a:pt x="2470402" y="5349849"/>
                </a:lnTo>
                <a:cubicBezTo>
                  <a:pt x="2470402" y="5499811"/>
                  <a:pt x="2592322" y="5621731"/>
                  <a:pt x="2742284" y="5621731"/>
                </a:cubicBezTo>
                <a:lnTo>
                  <a:pt x="9441788" y="5621731"/>
                </a:lnTo>
                <a:cubicBezTo>
                  <a:pt x="9591750" y="5621731"/>
                  <a:pt x="9713670" y="5499811"/>
                  <a:pt x="9713670" y="5349849"/>
                </a:cubicBezTo>
                <a:lnTo>
                  <a:pt x="9713670" y="1492300"/>
                </a:lnTo>
                <a:cubicBezTo>
                  <a:pt x="9713670" y="1342339"/>
                  <a:pt x="9591750" y="1220419"/>
                  <a:pt x="9441788" y="1220419"/>
                </a:cubicBezTo>
                <a:close/>
                <a:moveTo>
                  <a:pt x="0" y="0"/>
                </a:moveTo>
                <a:lnTo>
                  <a:pt x="12192000" y="0"/>
                </a:lnTo>
                <a:lnTo>
                  <a:pt x="12192000" y="6858000"/>
                </a:lnTo>
                <a:lnTo>
                  <a:pt x="0" y="6858000"/>
                </a:lnTo>
                <a:close/>
              </a:path>
            </a:pathLst>
          </a:custGeom>
          <a:solidFill xmlns:a="http://schemas.openxmlformats.org/drawingml/2006/main">
            <a:schemeClr val="bg2"/>
          </a:solidFill>
        </p:spPr>
        <p:txBody>
          <a:bodyPr xmlns:a="http://schemas.openxmlformats.org/drawingml/2006/main" wrap="square">
            <a:noAutofit/>
          </a:bodyPr>
          <a:lstStyle xmlns:a="http://schemas.openxmlformats.org/drawingml/2006/main">
            <a:lvl1pPr>
              <a:buNone/>
              <a:defRPr b="0" i="0">
                <a:latin typeface="Artifakt Element"/>
                <a:ea typeface="Artifakt Element"/>
                <a:cs typeface="Artifakt Element"/>
              </a:defRPr>
            </a:lvl1pPr>
          </a:lstStyle>
          <a:p xmlns:a="http://schemas.openxmlformats.org/drawingml/2006/main"/>
        </p:txBody>
      </p:sp>
      <p:sp>
        <p:nvSpPr>
          <p:cNvPr id="15" name="Subtitle 2">
            <a:extLst xmlns:a="http://schemas.openxmlformats.org/drawingml/2006/main">
              <a:ext uri="{FF2B5EF4-FFF2-40B4-BE49-F238E27FC236}">
                <a16:creationId xmlns:a16="http://schemas.microsoft.com/office/drawing/2014/main" id="{749FD21C-BCA7-B274-F1E4-1065000A0BBE}"/>
              </a:ext>
            </a:extLst>
          </p:cNvPr>
          <p:cNvSpPr>
            <a:spLocks xmlns:a="http://schemas.openxmlformats.org/drawingml/2006/main" noGrp="1"/>
          </p:cNvSpPr>
          <p:nvPr>
            <p:ph type="subTitle" idx="1" hasCustomPrompt="1"/>
          </p:nvPr>
        </p:nvSpPr>
        <p:spPr>
          <a:xfrm xmlns:a="http://schemas.openxmlformats.org/drawingml/2006/main">
            <a:off x="3668423" y="4608066"/>
            <a:ext cx="3815213" cy="225736"/>
          </a:xfrm>
          <a:prstGeom xmlns:a="http://schemas.openxmlformats.org/drawingml/2006/main" prst="rect">
            <a:avLst/>
          </a:prstGeom>
        </p:spPr>
        <p:txBody>
          <a:bodyPr xmlns:a="http://schemas.openxmlformats.org/drawingml/2006/main" lIns="0" rIns="0" anchor="b">
            <a:noAutofit/>
          </a:bodyPr>
          <a:lstStyle xmlns:a="http://schemas.openxmlformats.org/drawingml/2006/main">
            <a:lvl1pPr marL="0" indent="0" algn="l">
              <a:lnSpc>
                <a:spcPct val="100000"/>
              </a:lnSpc>
              <a:spcBef>
                <a:spcPts val="0"/>
              </a:spcBef>
              <a:spcAft>
                <a:spcPts val="0"/>
              </a:spcAft>
              <a:buNone/>
              <a:defRPr sz="1400" b="0" i="0" spc="0">
                <a:solidFill>
                  <a:schemeClr val="tx1"/>
                </a:solidFill>
                <a:latin typeface="Artifakt Element"/>
                <a:ea typeface="Artifakt Element"/>
                <a:cs typeface="Artifakt Element"/>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xmlns:a="http://schemas.openxmlformats.org/drawingml/2006/main">
            <a:r>
              <a:t>Add name here, title here​, company here</a:t>
            </a:r>
          </a:p>
        </p:txBody>
      </p:sp>
      <p:sp>
        <p:nvSpPr>
          <p:cNvPr id="10" name="Title 9">
            <a:extLst xmlns:a="http://schemas.openxmlformats.org/drawingml/2006/main">
              <a:ext uri="{FF2B5EF4-FFF2-40B4-BE49-F238E27FC236}">
                <a16:creationId xmlns:a16="http://schemas.microsoft.com/office/drawing/2014/main" id="{225AAA35-3063-4132-B1F5-D8D22785743B}"/>
              </a:ext>
            </a:extLst>
          </p:cNvPr>
          <p:cNvSpPr>
            <a:spLocks xmlns:a="http://schemas.openxmlformats.org/drawingml/2006/main" noGrp="1"/>
          </p:cNvSpPr>
          <p:nvPr>
            <p:ph type="title" idx="0" hasCustomPrompt="1"/>
          </p:nvPr>
        </p:nvSpPr>
        <p:spPr>
          <a:xfrm xmlns:a="http://schemas.openxmlformats.org/drawingml/2006/main">
            <a:off x="3668423" y="2423886"/>
            <a:ext cx="5088391" cy="1948612"/>
          </a:xfrm>
        </p:spPr>
        <p:txBody>
          <a:bodyPr xmlns:a="http://schemas.openxmlformats.org/drawingml/2006/main"/>
          <a:lstStyle xmlns:a="http://schemas.openxmlformats.org/drawingml/2006/main">
            <a:lvl1pPr>
              <a:lnSpc>
                <a:spcPct val="90000"/>
              </a:lnSpc>
              <a:buNone/>
              <a:defRPr sz="3200"/>
            </a:lvl1pPr>
          </a:lstStyle>
          <a:p xmlns:a="http://schemas.openxmlformats.org/drawingml/2006/main">
            <a:r>
              <a:t>Click to add quote</a:t>
            </a:r>
          </a:p>
        </p:txBody>
      </p:sp>
      <p:sp>
        <p:nvSpPr>
          <p:cNvPr id="5" name="Text Placeholder 35">
            <a:extLst xmlns:a="http://schemas.openxmlformats.org/drawingml/2006/main">
              <a:ext uri="{FF2B5EF4-FFF2-40B4-BE49-F238E27FC236}">
                <a16:creationId xmlns:a16="http://schemas.microsoft.com/office/drawing/2014/main" id="{59ADF421-303C-C7CE-2F3B-A5E5EE10100D}"/>
              </a:ext>
            </a:extLst>
          </p:cNvPr>
          <p:cNvSpPr>
            <a:spLocks xmlns:a="http://schemas.openxmlformats.org/drawingml/2006/main" noGrp="1"/>
          </p:cNvSpPr>
          <p:nvPr>
            <p:ph type="body" idx="30" hasCustomPrompt="1"/>
          </p:nvPr>
        </p:nvSpPr>
        <p:spPr>
          <a:xfrm xmlns:a="http://schemas.openxmlformats.org/drawingml/2006/main">
            <a:off x="448926" y="6502400"/>
            <a:ext cx="5198150" cy="136208"/>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lnSpc>
                <a:spcPct val="90000"/>
              </a:lnSpc>
              <a:spcBef>
                <a:spcPts val="0"/>
              </a:spcBef>
              <a:spcAft>
                <a:spcPts val="0"/>
              </a:spcAft>
              <a:buNone/>
              <a:defRPr sz="600" b="0" i="0">
                <a:solidFill>
                  <a:schemeClr val="bg1"/>
                </a:solidFill>
                <a:latin typeface="Artifakt Element"/>
                <a:ea typeface="Artifakt Element"/>
                <a:cs typeface="Artifakt Element"/>
              </a:defRPr>
            </a:lvl1pPr>
          </a:lstStyle>
          <a:p xmlns:a="http://schemas.openxmlformats.org/drawingml/2006/main">
            <a:r>
              <a:t>Image courtesy of [Name]</a:t>
            </a:r>
          </a:p>
        </p:txBody>
      </p:sp>
    </p:spTree>
  </p:cSld>
</p:sldLayout>
</file>

<file path=ppt/slideLayouts/slideLayout17.xml><?xml version="1.0" encoding="utf-8"?>
<p:sldLayout xmlns:p="http://schemas.openxmlformats.org/presentationml/2006/main" preserve="1" userDrawn="1">
  <p:cSld name="Quote + Image">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Rounded Rectangle 4">
            <a:extLst xmlns:a="http://schemas.openxmlformats.org/drawingml/2006/main">
              <a:ext uri="{FF2B5EF4-FFF2-40B4-BE49-F238E27FC236}">
                <a16:creationId xmlns:a16="http://schemas.microsoft.com/office/drawing/2014/main" id="{5545E514-2705-16FE-10F9-506036580D79}"/>
              </a:ext>
            </a:extLst>
          </p:cNvPr>
          <p:cNvSpPr>
            <a:spLocks xmlns:a="http://schemas.openxmlformats.org/drawingml/2006/main" noGrp="1"/>
          </p:cNvSpPr>
          <p:nvPr/>
        </p:nvSpPr>
        <p:spPr>
          <a:xfrm xmlns:a="http://schemas.openxmlformats.org/drawingml/2006/main">
            <a:off x="419101" y="1638301"/>
            <a:ext cx="11364912" cy="3519488"/>
          </a:xfrm>
          <a:prstGeom xmlns:a="http://schemas.openxmlformats.org/drawingml/2006/main" prst="roundRect">
            <a:avLst>
              <a:gd name="adj" fmla="val 220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Picture Placeholder 16">
            <a:extLst xmlns:a="http://schemas.openxmlformats.org/drawingml/2006/main">
              <a:ext uri="{FF2B5EF4-FFF2-40B4-BE49-F238E27FC236}">
                <a16:creationId xmlns:a16="http://schemas.microsoft.com/office/drawing/2014/main" id="{BA6312C0-86CD-FFF1-A03D-8F4C6E60F39A}"/>
              </a:ext>
            </a:extLst>
          </p:cNvPr>
          <p:cNvSpPr>
            <a:spLocks xmlns:a="http://schemas.openxmlformats.org/drawingml/2006/main" noGrp="1"/>
          </p:cNvSpPr>
          <p:nvPr>
            <p:ph type="pic" idx="31"/>
          </p:nvPr>
        </p:nvSpPr>
        <p:spPr>
          <a:xfrm xmlns:a="http://schemas.openxmlformats.org/drawingml/2006/main">
            <a:off x="419101" y="1638301"/>
            <a:ext cx="2640013" cy="3519488"/>
          </a:xfrm>
          <a:prstGeom xmlns:a="http://schemas.openxmlformats.org/drawingml/2006/main" prst="rect">
            <a:avLst/>
          </a:prstGeom>
        </p:spPr>
        <p:txBody>
          <a:bodyPr xmlns:a="http://schemas.openxmlformats.org/drawingml/2006/main"/>
          <a:lstStyle xmlns:a="http://schemas.openxmlformats.org/drawingml/2006/main">
            <a:lvl1pPr marL="0" indent="0">
              <a:spcBef>
                <a:spcPts val="0"/>
              </a:spcBef>
              <a:spcAft>
                <a:spcPts val="0"/>
              </a:spcAft>
              <a:buNone/>
              <a:defRPr b="0" i="0">
                <a:latin typeface="Artifakt Element"/>
                <a:ea typeface="Artifakt Element"/>
                <a:cs typeface="Artifakt Element"/>
              </a:defRPr>
            </a:lvl1pPr>
          </a:lstStyle>
          <a:p xmlns:a="http://schemas.openxmlformats.org/drawingml/2006/main">
            <a:r>
              <a:t>Click icon to add picture</a:t>
            </a:r>
          </a:p>
        </p:txBody>
      </p:sp>
      <p:sp>
        <p:nvSpPr>
          <p:cNvPr id="9" name="Text Placeholder 11">
            <a:extLst xmlns:a="http://schemas.openxmlformats.org/drawingml/2006/main">
              <a:ext uri="{FF2B5EF4-FFF2-40B4-BE49-F238E27FC236}">
                <a16:creationId xmlns:a16="http://schemas.microsoft.com/office/drawing/2014/main" id="{2394DA70-BD65-84B3-0217-ED81B38DA514}"/>
              </a:ext>
            </a:extLst>
          </p:cNvPr>
          <p:cNvSpPr>
            <a:spLocks xmlns:a="http://schemas.openxmlformats.org/drawingml/2006/main" noGrp="1"/>
          </p:cNvSpPr>
          <p:nvPr>
            <p:ph type="body" idx="33" hasCustomPrompt="1"/>
          </p:nvPr>
        </p:nvSpPr>
        <p:spPr>
          <a:xfrm xmlns:a="http://schemas.openxmlformats.org/drawingml/2006/main">
            <a:off x="4394873" y="4491400"/>
            <a:ext cx="3902568" cy="32385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0" indent="0">
              <a:spcBef>
                <a:spcPts val="0"/>
              </a:spcBef>
              <a:spcAft>
                <a:spcPts val="0"/>
              </a:spcAft>
              <a:buNone/>
              <a:defRPr sz="1400" b="0" i="0">
                <a:latin typeface="Artifakt Element"/>
                <a:ea typeface="Artifakt Element"/>
                <a:cs typeface="Artifakt Element"/>
              </a:defRPr>
            </a:lvl1pPr>
            <a:lvl2pPr>
              <a:buNone/>
              <a:defRPr sz="1200"/>
            </a:lvl2pPr>
            <a:lvl3pPr>
              <a:buNone/>
              <a:defRPr sz="1200"/>
            </a:lvl3pPr>
            <a:lvl4pPr>
              <a:buNone/>
              <a:defRPr sz="1200"/>
            </a:lvl4pPr>
            <a:lvl5pPr>
              <a:buNone/>
              <a:defRPr sz="1200"/>
            </a:lvl5pPr>
          </a:lstStyle>
          <a:p xmlns:a="http://schemas.openxmlformats.org/drawingml/2006/main">
            <a:r>
              <a:t>Add name here, title here​, company here</a:t>
            </a:r>
          </a:p>
        </p:txBody>
      </p:sp>
      <p:sp>
        <p:nvSpPr>
          <p:cNvPr id="4" name="Title 3">
            <a:extLst xmlns:a="http://schemas.openxmlformats.org/drawingml/2006/main">
              <a:ext uri="{FF2B5EF4-FFF2-40B4-BE49-F238E27FC236}">
                <a16:creationId xmlns:a16="http://schemas.microsoft.com/office/drawing/2014/main" id="{8D3E23A0-6B28-02FD-232E-0C3FE0E1FE54}"/>
              </a:ext>
            </a:extLst>
          </p:cNvPr>
          <p:cNvSpPr>
            <a:spLocks xmlns:a="http://schemas.openxmlformats.org/drawingml/2006/main" noGrp="1"/>
          </p:cNvSpPr>
          <p:nvPr>
            <p:ph type="title" idx="0" hasCustomPrompt="1"/>
          </p:nvPr>
        </p:nvSpPr>
        <p:spPr>
          <a:xfrm xmlns:a="http://schemas.openxmlformats.org/drawingml/2006/main">
            <a:off x="4394873" y="2431137"/>
            <a:ext cx="6526899" cy="1835150"/>
          </a:xfrm>
        </p:spPr>
        <p:txBody>
          <a:bodyPr xmlns:a="http://schemas.openxmlformats.org/drawingml/2006/main"/>
          <a:lstStyle xmlns:a="http://schemas.openxmlformats.org/drawingml/2006/main">
            <a:lvl1pPr>
              <a:buNone/>
              <a:defRPr/>
            </a:lvl1pPr>
          </a:lstStyle>
          <a:p xmlns:a="http://schemas.openxmlformats.org/drawingml/2006/main">
            <a:r>
              <a:t>Click to add quote</a:t>
            </a:r>
          </a:p>
        </p:txBody>
      </p:sp>
      <p:sp>
        <p:nvSpPr>
          <p:cNvPr id="6" name="Text Placeholder 18">
            <a:extLst xmlns:a="http://schemas.openxmlformats.org/drawingml/2006/main">
              <a:ext uri="{FF2B5EF4-FFF2-40B4-BE49-F238E27FC236}">
                <a16:creationId xmlns:a16="http://schemas.microsoft.com/office/drawing/2014/main" id="{19A99092-F117-BFA4-8134-4527F907A86E}"/>
              </a:ext>
            </a:extLst>
          </p:cNvPr>
          <p:cNvSpPr>
            <a:spLocks xmlns:a="http://schemas.openxmlformats.org/drawingml/2006/main" noGrp="1"/>
          </p:cNvSpPr>
          <p:nvPr>
            <p:ph type="body" idx="28" hasCustomPrompt="1"/>
          </p:nvPr>
        </p:nvSpPr>
        <p:spPr>
          <a:xfrm xmlns:a="http://schemas.openxmlformats.org/drawingml/2006/main">
            <a:off x="419100" y="6421359"/>
            <a:ext cx="5271725" cy="25498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lvl1pPr marL="0" indent="0">
              <a:buNone/>
              <a:defRPr sz="800" b="0" i="0">
                <a:solidFill>
                  <a:schemeClr val="tx2"/>
                </a:solidFill>
                <a:latin typeface="Artifakt Element"/>
                <a:ea typeface="Artifakt Element"/>
                <a:cs typeface="Artifakt Element"/>
              </a:defRPr>
            </a:lvl1pPr>
            <a:lvl2pPr>
              <a:buNone/>
              <a:defRPr sz="700">
                <a:solidFill>
                  <a:schemeClr val="bg1">
                    <a:lumMod val="75000"/>
                  </a:schemeClr>
                </a:solidFill>
              </a:defRPr>
            </a:lvl2pPr>
            <a:lvl3pPr>
              <a:buNone/>
              <a:defRPr sz="700">
                <a:solidFill>
                  <a:schemeClr val="bg1">
                    <a:lumMod val="75000"/>
                  </a:schemeClr>
                </a:solidFill>
              </a:defRPr>
            </a:lvl3pPr>
            <a:lvl4pPr>
              <a:buNone/>
              <a:defRPr sz="700">
                <a:solidFill>
                  <a:schemeClr val="bg1">
                    <a:lumMod val="75000"/>
                  </a:schemeClr>
                </a:solidFill>
              </a:defRPr>
            </a:lvl4pPr>
            <a:lvl5pPr>
              <a:buNone/>
              <a:defRPr sz="700">
                <a:solidFill>
                  <a:schemeClr val="bg1">
                    <a:lumMod val="75000"/>
                  </a:schemeClr>
                </a:solidFill>
              </a:defRPr>
            </a:lvl5pPr>
          </a:lstStyle>
          <a:p xmlns:a="http://schemas.openxmlformats.org/drawingml/2006/main">
            <a:pPr>
              <a:buNone/>
            </a:pPr>
            <a:r>
              <a:t>Click to add footer</a:t>
            </a:r>
          </a:p>
        </p:txBody>
      </p:sp>
      <p:sp>
        <p:nvSpPr>
          <p:cNvPr id="7" name="Slide Number Placeholder 14">
            <a:extLst xmlns:a="http://schemas.openxmlformats.org/drawingml/2006/main">
              <a:ext uri="{FF2B5EF4-FFF2-40B4-BE49-F238E27FC236}">
                <a16:creationId xmlns:a16="http://schemas.microsoft.com/office/drawing/2014/main" id="{85F50EFF-5AB0-C758-111F-1D6A4BC9A4C3}"/>
              </a:ext>
            </a:extLst>
          </p:cNvPr>
          <p:cNvSpPr>
            <a:spLocks xmlns:a="http://schemas.openxmlformats.org/drawingml/2006/main" noGrp="1"/>
          </p:cNvSpPr>
          <p:nvPr>
            <p:ph type="sldNum" idx="4"/>
          </p:nvPr>
        </p:nvSpPr>
        <p:spPr>
          <a:xfrm xmlns:a="http://schemas.openxmlformats.org/drawingml/2006/main">
            <a:off x="9043733" y="6421359"/>
            <a:ext cx="2740279" cy="254983"/>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800" b="0" i="0">
                <a:solidFill>
                  <a:schemeClr val="tx2"/>
                </a:solidFill>
                <a:latin typeface="Artifakt Element"/>
                <a:ea typeface="Artifakt Element"/>
                <a:cs typeface="Artifakt Element"/>
              </a:defRPr>
            </a:lvl1pPr>
          </a:lstStyle>
          <a:p xmlns:a="http://schemas.openxmlformats.org/drawingml/2006/main">
            <a:fld id="{D425CD52-4183-C145-916A-AE90310D9D4E}" type="slidenum">
              <a:t>‹#›</a:t>
            </a:fld>
          </a:p>
        </p:txBody>
      </p:sp>
      <p:sp>
        <p:nvSpPr>
          <p:cNvPr id="2" name="Text Placeholder 35">
            <a:extLst xmlns:a="http://schemas.openxmlformats.org/drawingml/2006/main">
              <a:ext uri="{FF2B5EF4-FFF2-40B4-BE49-F238E27FC236}">
                <a16:creationId xmlns:a16="http://schemas.microsoft.com/office/drawing/2014/main" id="{4ACBAB72-7349-A042-FABC-5A153EAFFDDE}"/>
              </a:ext>
            </a:extLst>
          </p:cNvPr>
          <p:cNvSpPr>
            <a:spLocks xmlns:a="http://schemas.openxmlformats.org/drawingml/2006/main" noGrp="1"/>
          </p:cNvSpPr>
          <p:nvPr>
            <p:ph type="body" idx="59" hasCustomPrompt="1"/>
          </p:nvPr>
        </p:nvSpPr>
        <p:spPr>
          <a:xfrm xmlns:a="http://schemas.openxmlformats.org/drawingml/2006/main">
            <a:off x="629444" y="4929550"/>
            <a:ext cx="2219325" cy="85408"/>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0" indent="0">
              <a:lnSpc>
                <a:spcPct val="90000"/>
              </a:lnSpc>
              <a:spcBef>
                <a:spcPts val="0"/>
              </a:spcBef>
              <a:spcAft>
                <a:spcPts val="0"/>
              </a:spcAft>
              <a:buNone/>
              <a:defRPr sz="600" b="0" i="0">
                <a:solidFill>
                  <a:schemeClr val="bg1"/>
                </a:solidFill>
                <a:latin typeface="Artifakt Element"/>
                <a:ea typeface="Artifakt Element"/>
                <a:cs typeface="Artifakt Element"/>
              </a:defRPr>
            </a:lvl1pPr>
          </a:lstStyle>
          <a:p xmlns:a="http://schemas.openxmlformats.org/drawingml/2006/main">
            <a:r>
              <a:t>Image courtesy of [Name]</a:t>
            </a:r>
          </a:p>
        </p:txBody>
      </p:sp>
    </p:spTree>
  </p:cSld>
</p:sldLayout>
</file>

<file path=ppt/slideLayouts/slideLayout18.xml><?xml version="1.0" encoding="utf-8"?>
<p:sldLayout xmlns:p="http://schemas.openxmlformats.org/presentationml/2006/main" preserve="1" userDrawn="1">
  <p:cSld name="End Slide">
    <p:bg>
      <p:bgPr>
        <a:solidFill xmlns:a="http://schemas.openxmlformats.org/drawingml/2006/main">
          <a:schemeClr val="bg1"/>
        </a:solidFill>
      </p:bgPr>
    </p:bg>
    <p:spTree>
      <p:nvGrpSpPr>
        <p:cNvPr id="1" name=""/>
        <p:cNvGrpSpPr/>
        <p:nvPr/>
      </p:nvGrpSpPr>
      <p:grpSpPr>
        <a:xfrm xmlns:a="http://schemas.openxmlformats.org/drawingml/2006/main"/>
      </p:grpSpPr>
      <p:pic>
        <p:nvPicPr>
          <p:cNvPr id="1" name="Graphic 1"/>
          <p:cNvPicPr>
            <a:picLocks xmlns:a="http://schemas.openxmlformats.org/drawingml/2006/main" noChangeAspect="1"/>
          </p:cNvPicPr>
          <p:nvPr/>
        </p:nvPicPr>
        <p:blipFill>
          <a:blip xmlns:r="http://schemas.openxmlformats.org/officeDocument/2006/relationships" xmlns:a="http://schemas.openxmlformats.org/drawingml/2006/main" r:embed="R5284c33275864dfc">
            <a:extLst>
              <a:ext uri="{96DAC541-7B7A-43D3-8B79-37D633B846F1}">
                <asvg:svgBlip xmlns:asvg="http://schemas.microsoft.com/office/drawing/2016/SVG/main" r:embed="R58df20effeb94950"/>
              </a:ext>
            </a:extLst>
          </a:blip>
          <a:stretch xmlns:a="http://schemas.openxmlformats.org/drawingml/2006/main">
            <a:fillRect l="0" t="0" r="0" b="0"/>
          </a:stretch>
        </p:blipFill>
        <p:spPr>
          <a:xfrm xmlns:a="http://schemas.openxmlformats.org/drawingml/2006/main">
            <a:off x="3603657" y="2813422"/>
            <a:ext cx="4984686" cy="1231157"/>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BD7E3108-C5D5-ABAC-CCB5-6A1502ECF649}"/>
              </a:ext>
            </a:extLst>
          </p:cNvPr>
          <p:cNvSpPr>
            <a:spLocks xmlns:a="http://schemas.openxmlformats.org/drawingml/2006/main" noGrp="1"/>
          </p:cNvSpPr>
          <p:nvPr/>
        </p:nvSpPr>
        <p:spPr>
          <a:xfrm xmlns:a="http://schemas.openxmlformats.org/drawingml/2006/main">
            <a:off x="419100" y="6023676"/>
            <a:ext cx="11353800" cy="37394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indent="0" algn="l">
              <a:lnSpc>
                <a:spcPct val="90000"/>
              </a:lnSpc>
              <a:spcBef>
                <a:spcPts val="300"/>
              </a:spcBef>
              <a:spcAft>
                <a:spcPts val="600"/>
              </a:spcAft>
              <a:buNone/>
            </a:pPr>
            <a:r>
              <a:rPr sz="900" b="0" i="0">
                <a:solidFill>
                  <a:schemeClr val="bg1">
                    <a:lumMod val="65000"/>
                  </a:schemeClr>
                </a:solidFill>
                <a:latin typeface="Artifakt Element Ofc"/>
                <a:ea typeface="Artifakt Element Ofc"/>
                <a:cs typeface="Artifakt Element Ofc"/>
              </a:rPr>
              <a:t>Autodesk and the Autodesk logo are registered trademarks or trademarks of Autodesk, Inc., and/or its subsidiaries and/or affiliates in the USA and/or other countries. All other brand names, product names,</a:t>
            </a:r>
            <a:br/>
            <a:r>
              <a:rPr sz="900" b="0" i="0">
                <a:solidFill>
                  <a:schemeClr val="bg1">
                    <a:lumMod val="65000"/>
                  </a:schemeClr>
                </a:solidFill>
                <a:latin typeface="Artifakt Element Ofc"/>
                <a:ea typeface="Artifakt Element Ofc"/>
                <a:cs typeface="Artifakt Element Ofc"/>
              </a:rPr>
              <a:t>or trademarks belong to their respective holders. Autodesk reserves the right to alter product and services offerings, and specifications and pricing at any time without notice, and is not responsible for typographical or graphical errors that may appear in this document. © </a:t>
            </a:r>
            <a:fld id="{36D875A6-73D7-4939-93F6-CB1CA25CE6EE}" type="datetimeyyyy">
              <a:rPr sz="900" b="0" i="0">
                <a:solidFill>
                  <a:schemeClr val="bg1">
                    <a:lumMod val="65000"/>
                  </a:schemeClr>
                </a:solidFill>
                <a:latin typeface="Artifakt Element Ofc"/>
                <a:ea typeface="Artifakt Element Ofc"/>
                <a:cs typeface="Artifakt Element Ofc"/>
              </a:rPr>
              <a:t>2026</a:t>
            </a:fld>
            <a:r>
              <a:rPr sz="900" b="0" i="0">
                <a:solidFill>
                  <a:schemeClr val="bg1">
                    <a:lumMod val="65000"/>
                  </a:schemeClr>
                </a:solidFill>
                <a:latin typeface="Artifakt Element Ofc"/>
                <a:ea typeface="Artifakt Element Ofc"/>
                <a:cs typeface="Artifakt Element Ofc"/>
              </a:rPr>
              <a:t> Autodesk. All rights reserved.</a:t>
            </a:r>
          </a:p>
        </p:txBody>
      </p:sp>
    </p:spTree>
  </p:cSld>
</p:sldLayout>
</file>

<file path=ppt/slideMasters/_rels/slideMaster1.xml.rels><?xml version='1.0' encoding='UTF-8' standalone='yes'?>
<Relationships xmlns="http://schemas.openxmlformats.org/package/2006/relationships"><Relationship Id="R084f1b31210c4de4" Type="http://schemas.openxmlformats.org/officeDocument/2006/relationships/slideLayout" Target="../slideLayouts/slideLayout11.xml"/><Relationship Id="R196470c34bb748bd" Type="http://schemas.openxmlformats.org/officeDocument/2006/relationships/slideLayout" Target="../slideLayouts/slideLayout8.xml"/><Relationship Id="R1d76783ca17c457a" Type="http://schemas.openxmlformats.org/officeDocument/2006/relationships/slideLayout" Target="../slideLayouts/slideLayout13.xml"/><Relationship Id="R1ef416bbb0654446" Type="http://schemas.openxmlformats.org/officeDocument/2006/relationships/slideLayout" Target="../slideLayouts/slideLayout7.xml"/><Relationship Id="R5428981372704d90" Type="http://schemas.openxmlformats.org/officeDocument/2006/relationships/slideLayout" Target="../slideLayouts/slideLayout2.xml"/><Relationship Id="R58e9d0dc35944d24" Type="http://schemas.openxmlformats.org/officeDocument/2006/relationships/slideLayout" Target="../slideLayouts/slideLayout3.xml"/><Relationship Id="R605f9c6beffd43ce" Type="http://schemas.openxmlformats.org/officeDocument/2006/relationships/slideLayout" Target="../slideLayouts/slideLayout12.xml"/><Relationship Id="R66f7f65a1a87471f" Type="http://schemas.openxmlformats.org/officeDocument/2006/relationships/slideLayout" Target="../slideLayouts/slideLayout15.xml"/><Relationship Id="R7e99b0b77b6342ee" Type="http://schemas.openxmlformats.org/officeDocument/2006/relationships/slideLayout" Target="../slideLayouts/slideLayout17.xml"/><Relationship Id="R8915f7fd801c4884" Type="http://schemas.openxmlformats.org/officeDocument/2006/relationships/theme" Target="theme/theme2.xml"/><Relationship Id="R97375e070c97479f" Type="http://schemas.openxmlformats.org/officeDocument/2006/relationships/slideLayout" Target="../slideLayouts/slideLayout9.xml"/><Relationship Id="R9b9c73ec6c7d4b0f" Type="http://schemas.openxmlformats.org/officeDocument/2006/relationships/slideLayout" Target="../slideLayouts/slideLayout1.xml"/><Relationship Id="Raeb8bfb3919945d3" Type="http://schemas.openxmlformats.org/officeDocument/2006/relationships/slideLayout" Target="../slideLayouts/slideLayout16.xml"/><Relationship Id="Rb24904d04cf445be" Type="http://schemas.openxmlformats.org/officeDocument/2006/relationships/slideLayout" Target="../slideLayouts/slideLayout4.xml"/><Relationship Id="Rbd4ec66fd7684b2b" Type="http://schemas.openxmlformats.org/officeDocument/2006/relationships/slideLayout" Target="../slideLayouts/slideLayout5.xml"/><Relationship Id="Rcd3f2a950cae4e57" Type="http://schemas.openxmlformats.org/officeDocument/2006/relationships/slideLayout" Target="../slideLayouts/slideLayout6.xml"/><Relationship Id="Rcd6356ca77374a89" Type="http://schemas.openxmlformats.org/officeDocument/2006/relationships/slideLayout" Target="../slideLayouts/slideLayout18.xml"/><Relationship Id="Rfb8958280d5c46dd" Type="http://schemas.openxmlformats.org/officeDocument/2006/relationships/slideLayout" Target="../slideLayouts/slideLayout10.xml"/><Relationship Id="Rff9107b30a8e4e3d" Type="http://schemas.openxmlformats.org/officeDocument/2006/relationships/slideLayout" Target="../slideLayouts/slideLayout14.xml"/></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12" name="Title Placeholder 11">
            <a:extLst xmlns:a="http://schemas.openxmlformats.org/drawingml/2006/main">
              <a:ext uri="{FF2B5EF4-FFF2-40B4-BE49-F238E27FC236}">
                <a16:creationId xmlns:a16="http://schemas.microsoft.com/office/drawing/2014/main" id="{B3F80C70-01CE-2754-3BA6-38A7663B7C74}"/>
              </a:ext>
            </a:extLst>
          </p:cNvPr>
          <p:cNvSpPr>
            <a:spLocks xmlns:a="http://schemas.openxmlformats.org/drawingml/2006/main" noGrp="1"/>
          </p:cNvSpPr>
          <p:nvPr>
            <p:ph type="title" idx="0"/>
          </p:nvPr>
        </p:nvSpPr>
        <p:spPr>
          <a:xfrm xmlns:a="http://schemas.openxmlformats.org/drawingml/2006/main">
            <a:off x="419100" y="423668"/>
            <a:ext cx="11353800" cy="963247"/>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p xmlns:a="http://schemas.openxmlformats.org/drawingml/2006/main">
            <a:pPr>
              <a:buNone/>
            </a:pPr>
            <a:r>
              <a:t>Click to add title</a:t>
            </a:r>
          </a:p>
        </p:txBody>
      </p:sp>
      <p:sp>
        <p:nvSpPr>
          <p:cNvPr id="7" name="Slide Number Placeholder 14">
            <a:extLst xmlns:a="http://schemas.openxmlformats.org/drawingml/2006/main">
              <a:ext uri="{FF2B5EF4-FFF2-40B4-BE49-F238E27FC236}">
                <a16:creationId xmlns:a16="http://schemas.microsoft.com/office/drawing/2014/main" id="{4D3A3047-B5E6-9223-4FBE-CE208F4461D7}"/>
              </a:ext>
            </a:extLst>
          </p:cNvPr>
          <p:cNvSpPr>
            <a:spLocks xmlns:a="http://schemas.openxmlformats.org/drawingml/2006/main" noGrp="1"/>
          </p:cNvSpPr>
          <p:nvPr>
            <p:ph type="sldNum" idx="4"/>
          </p:nvPr>
        </p:nvSpPr>
        <p:spPr>
          <a:xfrm xmlns:a="http://schemas.openxmlformats.org/drawingml/2006/main">
            <a:off x="9043733" y="6421359"/>
            <a:ext cx="2740279" cy="254983"/>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800" b="0" i="0">
                <a:solidFill>
                  <a:schemeClr val="tx2"/>
                </a:solidFill>
                <a:latin typeface="Artifakt Element"/>
                <a:ea typeface="Artifakt Element"/>
                <a:cs typeface="Artifakt Element"/>
              </a:defRPr>
            </a:lvl1pPr>
          </a:lstStyle>
          <a:p xmlns:a="http://schemas.openxmlformats.org/drawingml/2006/main">
            <a:fld id="{D425CD52-4183-C145-916A-AE90310D9D4E}" type="slidenum">
              <a:t>‹#›</a:t>
            </a:fld>
          </a:p>
        </p:txBody>
      </p:sp>
      <p:sp>
        <p:nvSpPr>
          <p:cNvPr id="10" name="Footer Placeholder 9">
            <a:extLst xmlns:a="http://schemas.openxmlformats.org/drawingml/2006/main">
              <a:ext uri="{FF2B5EF4-FFF2-40B4-BE49-F238E27FC236}">
                <a16:creationId xmlns:a16="http://schemas.microsoft.com/office/drawing/2014/main" id="{E166B6A4-5794-5F8A-AF09-171E76B01191}"/>
              </a:ext>
            </a:extLst>
          </p:cNvPr>
          <p:cNvSpPr>
            <a:spLocks xmlns:a="http://schemas.openxmlformats.org/drawingml/2006/main" noGrp="1"/>
          </p:cNvSpPr>
          <p:nvPr>
            <p:ph type="ftr" idx="3"/>
          </p:nvPr>
        </p:nvSpPr>
        <p:spPr>
          <a:xfrm xmlns:a="http://schemas.openxmlformats.org/drawingml/2006/main">
            <a:off x="419100" y="6421359"/>
            <a:ext cx="5247912" cy="254983"/>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marL="0" indent="0" algn="l">
              <a:lnSpc>
                <a:spcPct val="100000"/>
              </a:lnSpc>
              <a:spcBef>
                <a:spcPts val="600"/>
              </a:spcBef>
              <a:spcAft>
                <a:spcPts val="600"/>
              </a:spcAft>
              <a:buNone/>
              <a:defRPr sz="800" b="0" i="0">
                <a:solidFill>
                  <a:schemeClr val="tx2"/>
                </a:solidFill>
                <a:latin typeface="Artifakt Element"/>
                <a:ea typeface="Artifakt Element"/>
                <a:cs typeface="Artifakt Element"/>
              </a:defRPr>
            </a:lvl1pPr>
          </a:lstStyle>
          <a:p xmlns:a="http://schemas.openxmlformats.org/drawingml/2006/main">
            <a:r>
              <a:t>Click to add footer</a:t>
            </a:r>
          </a:p>
        </p:txBody>
      </p:sp>
      <p:sp>
        <p:nvSpPr>
          <p:cNvPr id="4" name="Text Placeholder 3">
            <a:extLst xmlns:a="http://schemas.openxmlformats.org/drawingml/2006/main">
              <a:ext uri="{FF2B5EF4-FFF2-40B4-BE49-F238E27FC236}">
                <a16:creationId xmlns:a16="http://schemas.microsoft.com/office/drawing/2014/main" id="{CC60D267-E20D-33CC-011F-1C77F32EEB65}"/>
              </a:ext>
            </a:extLst>
          </p:cNvPr>
          <p:cNvSpPr>
            <a:spLocks xmlns:a="http://schemas.openxmlformats.org/drawingml/2006/main" noGrp="1"/>
          </p:cNvSpPr>
          <p:nvPr>
            <p:ph type="body" idx="1"/>
          </p:nvPr>
        </p:nvSpPr>
        <p:spPr>
          <a:xfrm xmlns:a="http://schemas.openxmlformats.org/drawingml/2006/main">
            <a:off x="419100" y="1638300"/>
            <a:ext cx="11353800" cy="47625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p xmlns:a="http://schemas.openxmlformats.org/drawingml/2006/main">
            <a:pPr>
              <a:buNone/>
            </a:pPr>
            <a:r>
              <a:t>Click to add body copy</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9c73ec6c7d4b0f"/>
    <p:sldLayoutId xmlns:r="http://schemas.openxmlformats.org/officeDocument/2006/relationships" id="2147483650" r:id="R5428981372704d90"/>
    <p:sldLayoutId xmlns:r="http://schemas.openxmlformats.org/officeDocument/2006/relationships" id="2147483651" r:id="R58e9d0dc35944d24"/>
    <p:sldLayoutId xmlns:r="http://schemas.openxmlformats.org/officeDocument/2006/relationships" id="2147483652" r:id="Rb24904d04cf445be"/>
    <p:sldLayoutId xmlns:r="http://schemas.openxmlformats.org/officeDocument/2006/relationships" id="2147483653" r:id="Rbd4ec66fd7684b2b"/>
    <p:sldLayoutId xmlns:r="http://schemas.openxmlformats.org/officeDocument/2006/relationships" id="2147483654" r:id="Rcd3f2a950cae4e57"/>
    <p:sldLayoutId xmlns:r="http://schemas.openxmlformats.org/officeDocument/2006/relationships" id="2147483655" r:id="R1ef416bbb0654446"/>
    <p:sldLayoutId xmlns:r="http://schemas.openxmlformats.org/officeDocument/2006/relationships" id="2147483656" r:id="R196470c34bb748bd"/>
    <p:sldLayoutId xmlns:r="http://schemas.openxmlformats.org/officeDocument/2006/relationships" id="2147483657" r:id="R97375e070c97479f"/>
    <p:sldLayoutId xmlns:r="http://schemas.openxmlformats.org/officeDocument/2006/relationships" id="2147483658" r:id="Rfb8958280d5c46dd"/>
    <p:sldLayoutId xmlns:r="http://schemas.openxmlformats.org/officeDocument/2006/relationships" id="2147483659" r:id="R084f1b31210c4de4"/>
    <p:sldLayoutId xmlns:r="http://schemas.openxmlformats.org/officeDocument/2006/relationships" id="2147483660" r:id="R605f9c6beffd43ce"/>
    <p:sldLayoutId xmlns:r="http://schemas.openxmlformats.org/officeDocument/2006/relationships" id="2147483661" r:id="R1d76783ca17c457a"/>
    <p:sldLayoutId xmlns:r="http://schemas.openxmlformats.org/officeDocument/2006/relationships" id="2147483662" r:id="Rff9107b30a8e4e3d"/>
    <p:sldLayoutId xmlns:r="http://schemas.openxmlformats.org/officeDocument/2006/relationships" id="2147483663" r:id="R66f7f65a1a87471f"/>
    <p:sldLayoutId xmlns:r="http://schemas.openxmlformats.org/officeDocument/2006/relationships" id="2147483664" r:id="Raeb8bfb3919945d3"/>
    <p:sldLayoutId xmlns:r="http://schemas.openxmlformats.org/officeDocument/2006/relationships" id="2147483665" r:id="R7e99b0b77b6342ee"/>
    <p:sldLayoutId xmlns:r="http://schemas.openxmlformats.org/officeDocument/2006/relationships" id="2147483666" r:id="Rcd6356ca77374a89"/>
  </p:sldLayoutIdLst>
  <p:hf hdr="0" dt="0"/>
  <p:txStyles>
    <p:titleStyle>
      <a:lvl1pPr xmlns:a="http://schemas.openxmlformats.org/drawingml/2006/main" marL="0" indent="0" algn="l">
        <a:lnSpc>
          <a:spcPct val="90000"/>
        </a:lnSpc>
        <a:spcBef>
          <a:spcPts val="0"/>
        </a:spcBef>
        <a:buNone/>
        <a:defRPr sz="3600" b="1" i="0" spc="0">
          <a:solidFill>
            <a:schemeClr val="tx1"/>
          </a:solidFill>
          <a:latin typeface="+mj-lt"/>
          <a:ea typeface="+mj-lt"/>
          <a:cs typeface="+mj-lt"/>
        </a:defRPr>
      </a:lvl1pPr>
    </p:titleStyle>
    <p:bodyStyle>
      <a:lvl1pPr xmlns:a="http://schemas.openxmlformats.org/drawingml/2006/main" marL="228600" indent="-228600" algn="l">
        <a:lnSpc>
          <a:spcPct val="100000"/>
        </a:lnSpc>
        <a:spcBef>
          <a:spcPts val="600"/>
        </a:spcBef>
        <a:spcAft>
          <a:spcPts val="600"/>
        </a:spcAft>
        <a:buChar char=""/>
        <a:defRPr sz="2000" b="0" i="0">
          <a:solidFill>
            <a:schemeClr val="tx1"/>
          </a:solidFill>
          <a:latin typeface="Artifakt Element"/>
          <a:ea typeface="Artifakt Element"/>
          <a:cs typeface="Artifakt Element"/>
        </a:defRPr>
      </a:lvl1pPr>
      <a:lvl2pPr xmlns:a="http://schemas.openxmlformats.org/drawingml/2006/main" marL="457200" indent="-228600" algn="l">
        <a:lnSpc>
          <a:spcPct val="100000"/>
        </a:lnSpc>
        <a:spcBef>
          <a:spcPts val="600"/>
        </a:spcBef>
        <a:spcAft>
          <a:spcPts val="600"/>
        </a:spcAft>
        <a:buChar char="o"/>
        <a:defRPr sz="1800" b="0" i="0">
          <a:solidFill>
            <a:schemeClr val="tx1"/>
          </a:solidFill>
          <a:latin typeface="Artifakt Element"/>
          <a:ea typeface="Artifakt Element"/>
          <a:cs typeface="Artifakt Element"/>
        </a:defRPr>
      </a:lvl2pPr>
      <a:lvl3pPr xmlns:a="http://schemas.openxmlformats.org/drawingml/2006/main" marL="685800" indent="-228600" algn="l">
        <a:lnSpc>
          <a:spcPct val="100000"/>
        </a:lnSpc>
        <a:spcBef>
          <a:spcPts val="600"/>
        </a:spcBef>
        <a:spcAft>
          <a:spcPts val="600"/>
        </a:spcAft>
        <a:buChar char=""/>
        <a:defRPr sz="1600" b="0" i="0">
          <a:solidFill>
            <a:schemeClr val="tx1"/>
          </a:solidFill>
          <a:latin typeface="Artifakt Element"/>
          <a:ea typeface="Artifakt Element"/>
          <a:cs typeface="Artifakt Element"/>
        </a:defRPr>
      </a:lvl3pPr>
      <a:lvl4pPr xmlns:a="http://schemas.openxmlformats.org/drawingml/2006/main" marL="914400" indent="-228600" algn="l">
        <a:lnSpc>
          <a:spcPct val="100000"/>
        </a:lnSpc>
        <a:spcBef>
          <a:spcPts val="500"/>
        </a:spcBef>
        <a:spcAft>
          <a:spcPts val="600"/>
        </a:spcAft>
        <a:buChar char=""/>
        <a:defRPr sz="1400" b="0" i="0">
          <a:solidFill>
            <a:schemeClr val="tx1"/>
          </a:solidFill>
          <a:latin typeface="Artifakt Element"/>
          <a:ea typeface="Artifakt Element"/>
          <a:cs typeface="Artifakt Element"/>
        </a:defRPr>
      </a:lvl4pPr>
      <a:lvl5pPr xmlns:a="http://schemas.openxmlformats.org/drawingml/2006/main" marL="1143000" indent="-228600" algn="l">
        <a:lnSpc>
          <a:spcPct val="100000"/>
        </a:lnSpc>
        <a:spcBef>
          <a:spcPts val="500"/>
        </a:spcBef>
        <a:spcAft>
          <a:spcPts val="600"/>
        </a:spcAft>
        <a:buChar char=""/>
        <a:defRPr sz="1400" b="0" i="0">
          <a:solidFill>
            <a:schemeClr val="tx1"/>
          </a:solidFill>
          <a:latin typeface="Artifakt Element"/>
          <a:ea typeface="Artifakt Element"/>
          <a:cs typeface="Artifakt Element"/>
        </a:defRPr>
      </a:lvl5pPr>
      <a:lvl6pPr xmlns:a="http://schemas.openxmlformats.org/drawingml/2006/main" marL="2514474" indent="-228589" algn="l">
        <a:lnSpc>
          <a:spcPct val="90000"/>
        </a:lnSpc>
        <a:spcBef>
          <a:spcPts val="500"/>
        </a:spcBef>
        <a:buChar char="•"/>
        <a:defRPr sz="1800">
          <a:solidFill>
            <a:schemeClr val="tx1"/>
          </a:solidFill>
          <a:latin typeface="+mn-lt"/>
          <a:ea typeface="+mn-lt"/>
          <a:cs typeface="+mn-lt"/>
        </a:defRPr>
      </a:lvl6pPr>
      <a:lvl7pPr xmlns:a="http://schemas.openxmlformats.org/drawingml/2006/main" marL="2971652" indent="-228589" algn="l">
        <a:lnSpc>
          <a:spcPct val="90000"/>
        </a:lnSpc>
        <a:spcBef>
          <a:spcPts val="500"/>
        </a:spcBef>
        <a:buChar char="•"/>
        <a:defRPr sz="1800">
          <a:solidFill>
            <a:schemeClr val="tx1"/>
          </a:solidFill>
          <a:latin typeface="+mn-lt"/>
          <a:ea typeface="+mn-lt"/>
          <a:cs typeface="+mn-lt"/>
        </a:defRPr>
      </a:lvl7pPr>
      <a:lvl8pPr xmlns:a="http://schemas.openxmlformats.org/drawingml/2006/main" marL="3428829" indent="-228589" algn="l">
        <a:lnSpc>
          <a:spcPct val="90000"/>
        </a:lnSpc>
        <a:spcBef>
          <a:spcPts val="500"/>
        </a:spcBef>
        <a:buChar char="•"/>
        <a:defRPr sz="1800">
          <a:solidFill>
            <a:schemeClr val="tx1"/>
          </a:solidFill>
          <a:latin typeface="+mn-lt"/>
          <a:ea typeface="+mn-lt"/>
          <a:cs typeface="+mn-lt"/>
        </a:defRPr>
      </a:lvl8pPr>
      <a:lvl9pPr xmlns:a="http://schemas.openxmlformats.org/drawingml/2006/main" marL="3886006" indent="-228589"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178" algn="l">
        <a:buNone/>
        <a:defRPr sz="1800">
          <a:solidFill>
            <a:schemeClr val="tx1"/>
          </a:solidFill>
          <a:latin typeface="+mn-lt"/>
          <a:ea typeface="+mn-lt"/>
          <a:cs typeface="+mn-lt"/>
        </a:defRPr>
      </a:lvl2pPr>
      <a:lvl3pPr xmlns:a="http://schemas.openxmlformats.org/drawingml/2006/main" marL="914354" algn="l">
        <a:buNone/>
        <a:defRPr sz="1800">
          <a:solidFill>
            <a:schemeClr val="tx1"/>
          </a:solidFill>
          <a:latin typeface="+mn-lt"/>
          <a:ea typeface="+mn-lt"/>
          <a:cs typeface="+mn-lt"/>
        </a:defRPr>
      </a:lvl3pPr>
      <a:lvl4pPr xmlns:a="http://schemas.openxmlformats.org/drawingml/2006/main" marL="1371532" algn="l">
        <a:buNone/>
        <a:defRPr sz="1800">
          <a:solidFill>
            <a:schemeClr val="tx1"/>
          </a:solidFill>
          <a:latin typeface="+mn-lt"/>
          <a:ea typeface="+mn-lt"/>
          <a:cs typeface="+mn-lt"/>
        </a:defRPr>
      </a:lvl4pPr>
      <a:lvl5pPr xmlns:a="http://schemas.openxmlformats.org/drawingml/2006/main" marL="1828709" algn="l">
        <a:buNone/>
        <a:defRPr sz="1800">
          <a:solidFill>
            <a:schemeClr val="tx1"/>
          </a:solidFill>
          <a:latin typeface="+mn-lt"/>
          <a:ea typeface="+mn-lt"/>
          <a:cs typeface="+mn-lt"/>
        </a:defRPr>
      </a:lvl5pPr>
      <a:lvl6pPr xmlns:a="http://schemas.openxmlformats.org/drawingml/2006/main" marL="2285886" algn="l">
        <a:buNone/>
        <a:defRPr sz="1800">
          <a:solidFill>
            <a:schemeClr val="tx1"/>
          </a:solidFill>
          <a:latin typeface="+mn-lt"/>
          <a:ea typeface="+mn-lt"/>
          <a:cs typeface="+mn-lt"/>
        </a:defRPr>
      </a:lvl6pPr>
      <a:lvl7pPr xmlns:a="http://schemas.openxmlformats.org/drawingml/2006/main" marL="2743062" algn="l">
        <a:buNone/>
        <a:defRPr sz="1800">
          <a:solidFill>
            <a:schemeClr val="tx1"/>
          </a:solidFill>
          <a:latin typeface="+mn-lt"/>
          <a:ea typeface="+mn-lt"/>
          <a:cs typeface="+mn-lt"/>
        </a:defRPr>
      </a:lvl7pPr>
      <a:lvl8pPr xmlns:a="http://schemas.openxmlformats.org/drawingml/2006/main" marL="3200240" algn="l">
        <a:buNone/>
        <a:defRPr sz="1800">
          <a:solidFill>
            <a:schemeClr val="tx1"/>
          </a:solidFill>
          <a:latin typeface="+mn-lt"/>
          <a:ea typeface="+mn-lt"/>
          <a:cs typeface="+mn-lt"/>
        </a:defRPr>
      </a:lvl8pPr>
      <a:lvl9pPr xmlns:a="http://schemas.openxmlformats.org/drawingml/2006/main" marL="3657418" algn="l">
        <a:buNone/>
        <a:defRPr sz="1800">
          <a:solidFill>
            <a:schemeClr val="tx1"/>
          </a:solidFill>
          <a:latin typeface="+mn-lt"/>
          <a:ea typeface="+mn-lt"/>
          <a:cs typeface="+mn-lt"/>
        </a:defRPr>
      </a:lvl9pPr>
    </p:otherStyle>
  </p:txStyles>
  <p:extLst>
    <p:ext uri="{27BBF7A9-308A-43DC-89C8-2F10F3537804}">
      <p15:sldGuideLst xmlns:p15="http://schemas.microsoft.com/office/powerpoint/2012/main">
        <p15:guide id="1" pos="264">
          <p15:clr>
            <a:srgbClr xmlns:a="http://schemas.openxmlformats.org/drawingml/2006/main" val="A4A3A4"/>
          </p15:clr>
        </p15:guide>
        <p15:guide id="2" pos="7416">
          <p15:clr>
            <a:srgbClr xmlns:a="http://schemas.openxmlformats.org/drawingml/2006/main" val="A4A3A4"/>
          </p15:clr>
        </p15:guide>
        <p15:guide id="3" orient="horz" pos="264">
          <p15:clr>
            <a:srgbClr xmlns:a="http://schemas.openxmlformats.org/drawingml/2006/main" val="A4A3A4"/>
          </p15:clr>
        </p15:guide>
        <p15:guide id="4" orient="horz" pos="4032">
          <p15:clr>
            <a:srgbClr xmlns:a="http://schemas.openxmlformats.org/drawingml/2006/main" val="A4A3A4"/>
          </p15:clr>
        </p15:guide>
        <p15:guide id="5" orient="horz" pos="1032">
          <p15:clr>
            <a:srgbClr xmlns:a="http://schemas.openxmlformats.org/drawingml/2006/main" val="A4A3A4"/>
          </p15:clr>
        </p15:guide>
        <p15:guide id="6" orient="horz" pos="3240">
          <p15:clr>
            <a:srgbClr xmlns:a="http://schemas.openxmlformats.org/drawingml/2006/main" val="A4A3A4"/>
          </p15:clr>
        </p15:guide>
        <p15:guide id="7" orient="horz" pos="2160">
          <p15:clr>
            <a:srgbClr xmlns:a="http://schemas.openxmlformats.org/drawingml/2006/main" val="A4A3A4"/>
          </p15:clr>
        </p15:guide>
        <p15:guide id="8" pos="3840">
          <p15:clr>
            <a:srgbClr xmlns:a="http://schemas.openxmlformats.org/drawingml/2006/main" val="A4A3A4"/>
          </p15:clr>
        </p15:guide>
        <p15:guide id="9" pos="5760">
          <p15:clr>
            <a:srgbClr xmlns:a="http://schemas.openxmlformats.org/drawingml/2006/main" val="A4A3A4"/>
          </p15:clr>
        </p15:guide>
        <p15:guide id="10" pos="1920">
          <p15:clr>
            <a:srgbClr xmlns:a="http://schemas.openxmlformats.org/drawingml/2006/main" val="A4A3A4"/>
          </p15:clr>
        </p15:guide>
        <p15:guide id="11" orient="horz" pos="3768">
          <p15:clr>
            <a:srgbClr xmlns:a="http://schemas.openxmlformats.org/drawingml/2006/main" val="A4A3A4"/>
          </p15:clr>
        </p15:guide>
        <p15:guide id="12" orient="horz" pos="3716">
          <p15:clr>
            <a:srgbClr xmlns:a="http://schemas.openxmlformats.org/drawingml/2006/main" val="A4A3A4"/>
          </p15:clr>
        </p15:guide>
      </p15:sldGuideLst>
    </p:ext>
  </p:extLst>
</p:sldMaster>
</file>

<file path=ppt/slideMasters/theme/theme2.xml><?xml version="1.0" encoding="utf-8"?>
<a:theme xmlns:a="http://schemas.openxmlformats.org/drawingml/2006/main" name="Light template (light content slides only)">
  <a:themeElements>
    <a:clrScheme name="Autodesk">
      <a:dk1>
        <a:srgbClr val="000000"/>
      </a:dk1>
      <a:lt1>
        <a:srgbClr val="FFFFFF"/>
      </a:lt1>
      <a:dk2>
        <a:srgbClr val="666666"/>
      </a:dk2>
      <a:lt2>
        <a:srgbClr val="F5F5F0"/>
      </a:lt2>
      <a:accent1>
        <a:srgbClr val="F09D4F"/>
      </a:accent1>
      <a:accent2>
        <a:srgbClr val="F2510A"/>
      </a:accent2>
      <a:accent3>
        <a:srgbClr val="1D91D0"/>
      </a:accent3>
      <a:accent4>
        <a:srgbClr val="2AD0A9"/>
      </a:accent4>
      <a:accent5>
        <a:srgbClr val="FFFE00"/>
      </a:accent5>
      <a:accent6>
        <a:srgbClr val="D5D5CB"/>
      </a:accent6>
      <a:hlink>
        <a:srgbClr val="1278AF"/>
      </a:hlink>
      <a:folHlink>
        <a:srgbClr val="D34612"/>
      </a:folHlink>
    </a:clrScheme>
    <a:fontScheme name="Autodesk">
      <a:majorFont>
        <a:latin typeface="Artifakt Legend"/>
        <a:ea typeface=""/>
        <a:cs typeface=""/>
      </a:majorFont>
      <a:minorFont>
        <a:latin typeface="Artifakt Element"/>
        <a:ea typeface=""/>
        <a:cs typeface=""/>
      </a:minorFont>
    </a:fontScheme>
    <a:fmtScheme name="Autodes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Một cái phích cắm giữa AI và dữ liệu công trình — đọc thoải mái, ghi phải xem trước, làm gì cũng có sổ.</a:t>
            </a:r>
          </a:p>
        </p:txBody>
      </p:sp>
      <p:sp>
        <p:nvSpPr>
          <p:cNvPr id="3" name="Title 2"/>
          <p:cNvSpPr>
            <a:spLocks noGrp="1"/>
          </p:cNvSpPr>
          <p:nvPr>
            <p:ph type="title"/>
          </p:nvPr>
        </p:nvSpPr>
        <p:spPr/>
        <p:txBody>
          <a:bodyPr/>
          <a:lstStyle/>
          <a:p>
            <a:pPr algn="l">
              <a:buNone/>
            </a:pPr>
            <a:r>
              <a:rPr sz="2850" b="1">
                <a:solidFill>
                  <a:srgbClr val="111111"/>
                </a:solidFill>
              </a:rPr>
              <a:t>acc-forma-mcp-server: Phiên bản đơn giản nhất</a:t>
            </a:r>
          </a:p>
        </p:txBody>
      </p:sp>
      <p:sp>
        <p:nvSpPr>
          <p:cNvPr id="4" name="Rounded Rectangle 3"/>
          <p:cNvSpPr/>
          <p:nvPr/>
        </p:nvSpPr>
        <p:spPr>
          <a:xfrm>
            <a:off x="569100" y="2860000"/>
            <a:ext cx="2250000" cy="1400000"/>
          </a:xfrm>
          <a:prstGeom prst="roundRect">
            <a:avLst>
              <a:gd name="adj" fmla="val 6000"/>
            </a:avLst>
          </a:prstGeom>
          <a:solidFill>
            <a:srgbClr val="ECE9FB"/>
          </a:solidFill>
          <a:ln w="9525">
            <a:solidFill>
              <a:srgbClr val="7C5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699100" y="3560000"/>
            <a:ext cx="1990000" cy="0"/>
          </a:xfrm>
          <a:prstGeom prst="line">
            <a:avLst/>
          </a:prstGeom>
          <a:ln w="9525">
            <a:solidFill>
              <a:srgbClr val="7C5CD6"/>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9100" y="2860000"/>
            <a:ext cx="2250000" cy="700000"/>
          </a:xfrm>
          <a:prstGeom prst="rect">
            <a:avLst/>
          </a:prstGeom>
          <a:noFill/>
        </p:spPr>
        <p:txBody>
          <a:bodyPr wrap="square" lIns="0" rIns="0" tIns="0" bIns="0" anchor="ctr">
            <a:spAutoFit/>
          </a:bodyPr>
          <a:lstStyle/>
          <a:p>
            <a:pPr algn="ctr">
              <a:buNone/>
            </a:pPr>
            <a:r>
              <a:rPr sz="1350" b="1" i="0">
                <a:solidFill>
                  <a:srgbClr val="111111"/>
                </a:solidFill>
              </a:rPr>
              <a:t>Claude</a:t>
            </a:r>
          </a:p>
        </p:txBody>
      </p:sp>
      <p:sp>
        <p:nvSpPr>
          <p:cNvPr id="7" name="TextBox 6"/>
          <p:cNvSpPr txBox="1"/>
          <p:nvPr/>
        </p:nvSpPr>
        <p:spPr>
          <a:xfrm>
            <a:off x="569100" y="3560000"/>
            <a:ext cx="2250000" cy="700000"/>
          </a:xfrm>
          <a:prstGeom prst="rect">
            <a:avLst/>
          </a:prstGeom>
          <a:noFill/>
        </p:spPr>
        <p:txBody>
          <a:bodyPr wrap="square" lIns="0" rIns="0" tIns="0" bIns="0" anchor="ctr">
            <a:spAutoFit/>
          </a:bodyPr>
          <a:lstStyle/>
          <a:p>
            <a:pPr algn="ctr">
              <a:buNone/>
            </a:pPr>
            <a:r>
              <a:rPr sz="1350" b="1" i="0">
                <a:solidFill>
                  <a:srgbClr val="111111"/>
                </a:solidFill>
              </a:rPr>
              <a:t>MCP client</a:t>
            </a:r>
          </a:p>
        </p:txBody>
      </p:sp>
      <p:sp>
        <p:nvSpPr>
          <p:cNvPr id="8" name="Rounded Rectangle 7"/>
          <p:cNvSpPr/>
          <p:nvPr/>
        </p:nvSpPr>
        <p:spPr>
          <a:xfrm>
            <a:off x="4346000" y="3020000"/>
            <a:ext cx="3500000" cy="108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700" b="1" i="0">
                <a:solidFill>
                  <a:srgbClr val="111111"/>
                </a:solidFill>
              </a:rPr>
              <a:t>acc-forma-mcp-server</a:t>
            </a:r>
          </a:p>
          <a:p>
            <a:pPr algn="ctr">
              <a:spcBef>
                <a:spcPts val="200"/>
              </a:spcBef>
              <a:buNone/>
            </a:pPr>
            <a:r>
              <a:rPr sz="1050" b="0" i="0">
                <a:solidFill>
                  <a:srgbClr val="5B5B5B"/>
                </a:solidFill>
              </a:rPr>
              <a:t>46 tools • stdio</a:t>
            </a:r>
          </a:p>
        </p:txBody>
      </p:sp>
      <p:sp>
        <p:nvSpPr>
          <p:cNvPr id="9" name="Rounded Rectangle 8"/>
          <p:cNvSpPr/>
          <p:nvPr/>
        </p:nvSpPr>
        <p:spPr>
          <a:xfrm>
            <a:off x="9372900" y="2860000"/>
            <a:ext cx="2250000" cy="1400000"/>
          </a:xfrm>
          <a:prstGeom prst="roundRect">
            <a:avLst>
              <a:gd name="adj" fmla="val 6000"/>
            </a:avLst>
          </a:prstGeom>
          <a:solidFill>
            <a:srgbClr val="FFF0D4"/>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9502900" y="3560000"/>
            <a:ext cx="1990000" cy="0"/>
          </a:xfrm>
          <a:prstGeom prst="line">
            <a:avLst/>
          </a:prstGeom>
          <a:ln w="9525">
            <a:solidFill>
              <a:srgbClr val="F59E0B"/>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372900" y="2860000"/>
            <a:ext cx="2250000" cy="700000"/>
          </a:xfrm>
          <a:prstGeom prst="rect">
            <a:avLst/>
          </a:prstGeom>
          <a:noFill/>
        </p:spPr>
        <p:txBody>
          <a:bodyPr wrap="square" lIns="0" rIns="0" tIns="0" bIns="0" anchor="ctr">
            <a:spAutoFit/>
          </a:bodyPr>
          <a:lstStyle/>
          <a:p>
            <a:pPr algn="ctr">
              <a:buNone/>
            </a:pPr>
            <a:r>
              <a:rPr sz="1350" b="1" i="0">
                <a:solidFill>
                  <a:srgbClr val="111111"/>
                </a:solidFill>
              </a:rPr>
              <a:t>ACC / Forma</a:t>
            </a:r>
          </a:p>
        </p:txBody>
      </p:sp>
      <p:sp>
        <p:nvSpPr>
          <p:cNvPr id="12" name="TextBox 11"/>
          <p:cNvSpPr txBox="1"/>
          <p:nvPr/>
        </p:nvSpPr>
        <p:spPr>
          <a:xfrm>
            <a:off x="9372900" y="3560000"/>
            <a:ext cx="2250000" cy="700000"/>
          </a:xfrm>
          <a:prstGeom prst="rect">
            <a:avLst/>
          </a:prstGeom>
          <a:noFill/>
        </p:spPr>
        <p:txBody>
          <a:bodyPr wrap="square" lIns="0" rIns="0" tIns="0" bIns="0" anchor="ctr">
            <a:spAutoFit/>
          </a:bodyPr>
          <a:lstStyle/>
          <a:p>
            <a:pPr algn="ctr">
              <a:buNone/>
            </a:pPr>
            <a:r>
              <a:rPr sz="1350" b="1" i="0">
                <a:solidFill>
                  <a:srgbClr val="111111"/>
                </a:solidFill>
              </a:rPr>
              <a:t>dữ liệu dự án</a:t>
            </a:r>
          </a:p>
        </p:txBody>
      </p:sp>
      <p:sp>
        <p:nvSpPr>
          <p:cNvPr id="13" name="Right Arrow 12"/>
          <p:cNvSpPr/>
          <p:nvPr/>
        </p:nvSpPr>
        <p:spPr>
          <a:xfrm>
            <a:off x="2919100" y="3450000"/>
            <a:ext cx="320000" cy="240000"/>
          </a:xfrm>
          <a:prstGeom prst="right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7926000" y="3450000"/>
            <a:ext cx="320000" cy="240000"/>
          </a:xfrm>
          <a:prstGeom prst="right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46000" y="4320000"/>
            <a:ext cx="3500000" cy="60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50" b="1" i="0">
                <a:solidFill>
                  <a:srgbClr val="111111"/>
                </a:solidFill>
              </a:rPr>
              <a:t>safety/ — 10 module</a:t>
            </a:r>
          </a:p>
          <a:p>
            <a:pPr algn="ctr">
              <a:spcBef>
                <a:spcPts val="200"/>
              </a:spcBef>
              <a:buNone/>
            </a:pPr>
            <a:r>
              <a:rPr sz="950" b="0" i="0">
                <a:solidFill>
                  <a:srgbClr val="5B5B5B"/>
                </a:solidFill>
              </a:rPr>
              <a:t>dry-run • allow-list • audit hash chain</a:t>
            </a:r>
          </a:p>
        </p:txBody>
      </p:sp>
      <p:sp>
        <p:nvSpPr>
          <p:cNvPr id="16" name="TextBox 15"/>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46 tools, 272 tests / 37 files, ~10.9k dòng src — commit 234fb05 (v0.1.4 + webhooks).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Ba nỗi sợ này đẻ ra ba trụ cột của codebase — toàn bộ thư mục safety/ tồn tại vì chúng.</a:t>
            </a:r>
          </a:p>
        </p:txBody>
      </p:sp>
      <p:sp>
        <p:nvSpPr>
          <p:cNvPr id="3" name="Title 2"/>
          <p:cNvSpPr>
            <a:spLocks noGrp="1"/>
          </p:cNvSpPr>
          <p:nvPr>
            <p:ph type="title"/>
          </p:nvPr>
        </p:nvSpPr>
        <p:spPr/>
        <p:txBody>
          <a:bodyPr/>
          <a:lstStyle/>
          <a:p>
            <a:pPr algn="l">
              <a:buNone/>
            </a:pPr>
            <a:r>
              <a:rPr sz="2850" b="1">
                <a:solidFill>
                  <a:srgbClr val="111111"/>
                </a:solidFill>
              </a:rPr>
              <a:t>Ba nỗi sợ khi cho AI dùng dữ liệu dự án</a:t>
            </a:r>
          </a:p>
        </p:txBody>
      </p:sp>
      <p:sp>
        <p:nvSpPr>
          <p:cNvPr id="4" name="Rounded Rectangle 3"/>
          <p:cNvSpPr/>
          <p:nvPr/>
        </p:nvSpPr>
        <p:spPr>
          <a:xfrm>
            <a:off x="419100" y="2580000"/>
            <a:ext cx="3611266" cy="150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400" b="1" i="0">
                <a:solidFill>
                  <a:srgbClr val="111111"/>
                </a:solidFill>
              </a:rPr>
              <a:t>AI đoán bừa payload</a:t>
            </a:r>
          </a:p>
          <a:p>
            <a:pPr algn="ctr">
              <a:spcBef>
                <a:spcPts val="200"/>
              </a:spcBef>
              <a:buNone/>
            </a:pPr>
            <a:r>
              <a:rPr sz="1000" b="0" i="0">
                <a:solidFill>
                  <a:srgbClr val="5B5B5B"/>
                </a:solidFill>
              </a:rPr>
              <a:t>hallucinate issue_subtype_id
rồi GHI THẲNG vào dự án thật</a:t>
            </a:r>
          </a:p>
        </p:txBody>
      </p:sp>
      <p:sp>
        <p:nvSpPr>
          <p:cNvPr id="5" name="Rounded Rectangle 4"/>
          <p:cNvSpPr/>
          <p:nvPr/>
        </p:nvSpPr>
        <p:spPr>
          <a:xfrm>
            <a:off x="4290366" y="2580000"/>
            <a:ext cx="3611266" cy="150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400" b="1" i="0">
                <a:solidFill>
                  <a:srgbClr val="111111"/>
                </a:solidFill>
              </a:rPr>
              <a:t>Không ai biết AI đã làm gì</a:t>
            </a:r>
          </a:p>
          <a:p>
            <a:pPr algn="ctr">
              <a:spcBef>
                <a:spcPts val="200"/>
              </a:spcBef>
              <a:buNone/>
            </a:pPr>
            <a:r>
              <a:rPr sz="1000" b="0" i="0">
                <a:solidFill>
                  <a:srgbClr val="5B5B5B"/>
                </a:solidFill>
              </a:rPr>
              <a:t>cuối tuần thấy 30 issue lạ
không truy được ai / khi nào</a:t>
            </a:r>
          </a:p>
        </p:txBody>
      </p:sp>
      <p:sp>
        <p:nvSpPr>
          <p:cNvPr id="6" name="Rounded Rectangle 5"/>
          <p:cNvSpPr/>
          <p:nvPr/>
        </p:nvSpPr>
        <p:spPr>
          <a:xfrm>
            <a:off x="8161632" y="2580000"/>
            <a:ext cx="3611266" cy="150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400" b="1" i="0">
                <a:solidFill>
                  <a:srgbClr val="111111"/>
                </a:solidFill>
              </a:rPr>
              <a:t>Bung phạm vi</a:t>
            </a:r>
          </a:p>
          <a:p>
            <a:pPr algn="ctr">
              <a:spcBef>
                <a:spcPts val="200"/>
              </a:spcBef>
              <a:buNone/>
            </a:pPr>
            <a:r>
              <a:rPr sz="1000" b="0" i="0">
                <a:solidFill>
                  <a:srgbClr val="5B5B5B"/>
                </a:solidFill>
              </a:rPr>
              <a:t>credential thấy 300 project
AI chỉ được đụng 2</a:t>
            </a:r>
          </a:p>
        </p:txBody>
      </p:sp>
      <p:sp>
        <p:nvSpPr>
          <p:cNvPr id="7" name="Down Arrow 6"/>
          <p:cNvSpPr/>
          <p:nvPr/>
        </p:nvSpPr>
        <p:spPr>
          <a:xfrm>
            <a:off x="2104733" y="4160000"/>
            <a:ext cx="240000" cy="220000"/>
          </a:xfrm>
          <a:prstGeom prst="down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9100" y="4480000"/>
            <a:ext cx="3611266" cy="90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50" b="1" i="0">
                <a:solidFill>
                  <a:srgbClr val="111111"/>
                </a:solidFill>
              </a:rPr>
              <a:t>dry-run + approval token</a:t>
            </a:r>
          </a:p>
          <a:p>
            <a:pPr algn="ctr">
              <a:spcBef>
                <a:spcPts val="200"/>
              </a:spcBef>
              <a:buNone/>
            </a:pPr>
            <a:r>
              <a:rPr sz="950" b="0" i="0">
                <a:solidFill>
                  <a:srgbClr val="5B5B5B"/>
                </a:solidFill>
              </a:rPr>
              <a:t>xem trước, buộc vào payload</a:t>
            </a:r>
          </a:p>
        </p:txBody>
      </p:sp>
      <p:sp>
        <p:nvSpPr>
          <p:cNvPr id="9" name="Down Arrow 8"/>
          <p:cNvSpPr/>
          <p:nvPr/>
        </p:nvSpPr>
        <p:spPr>
          <a:xfrm>
            <a:off x="5975999" y="4160000"/>
            <a:ext cx="240000" cy="220000"/>
          </a:xfrm>
          <a:prstGeom prst="down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0366" y="4480000"/>
            <a:ext cx="3611266" cy="90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50" b="1" i="0">
                <a:solidFill>
                  <a:srgbClr val="111111"/>
                </a:solidFill>
              </a:rPr>
              <a:t>audit hash chain</a:t>
            </a:r>
          </a:p>
          <a:p>
            <a:pPr algn="ctr">
              <a:spcBef>
                <a:spcPts val="200"/>
              </a:spcBef>
              <a:buNone/>
            </a:pPr>
            <a:r>
              <a:rPr sz="950" b="0" i="0">
                <a:solidFill>
                  <a:srgbClr val="5B5B5B"/>
                </a:solidFill>
              </a:rPr>
              <a:t>sổ không sửa được</a:t>
            </a:r>
          </a:p>
        </p:txBody>
      </p:sp>
      <p:sp>
        <p:nvSpPr>
          <p:cNvPr id="11" name="Down Arrow 10"/>
          <p:cNvSpPr/>
          <p:nvPr/>
        </p:nvSpPr>
        <p:spPr>
          <a:xfrm>
            <a:off x="9847265" y="4160000"/>
            <a:ext cx="240000" cy="220000"/>
          </a:xfrm>
          <a:prstGeom prst="down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61632" y="4480000"/>
            <a:ext cx="3611266" cy="90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50" b="1" i="0">
                <a:solidFill>
                  <a:srgbClr val="111111"/>
                </a:solidFill>
              </a:rPr>
              <a:t>allow-list + scope</a:t>
            </a:r>
          </a:p>
          <a:p>
            <a:pPr algn="ctr">
              <a:spcBef>
                <a:spcPts val="200"/>
              </a:spcBef>
              <a:buNone/>
            </a:pPr>
            <a:r>
              <a:rPr sz="950" b="0" i="0">
                <a:solidFill>
                  <a:srgbClr val="5B5B5B"/>
                </a:solidFill>
              </a:rPr>
              <a:t>chặn từ gốc</a:t>
            </a:r>
          </a:p>
        </p:txBody>
      </p:sp>
      <p:sp>
        <p:nvSpPr>
          <p:cNvPr id="13" name="TextBox 12"/>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Đó là lý do 10 file trong src/safety/ tồn tại — không phải vì thích phức tạp.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Mọi tool đều phải đi qua _wrap.ts — tool nào không qua đây là tool không an toàn.</a:t>
            </a:r>
          </a:p>
        </p:txBody>
      </p:sp>
      <p:sp>
        <p:nvSpPr>
          <p:cNvPr id="3" name="Title 2"/>
          <p:cNvSpPr>
            <a:spLocks noGrp="1"/>
          </p:cNvSpPr>
          <p:nvPr>
            <p:ph type="title"/>
          </p:nvPr>
        </p:nvSpPr>
        <p:spPr/>
        <p:txBody>
          <a:bodyPr/>
          <a:lstStyle/>
          <a:p>
            <a:pPr algn="l">
              <a:buNone/>
            </a:pPr>
            <a:r>
              <a:rPr sz="2850" b="1">
                <a:solidFill>
                  <a:srgbClr val="111111"/>
                </a:solidFill>
              </a:rPr>
              <a:t>Bức tranh tổng: bốn tầng, một cửa ải</a:t>
            </a:r>
          </a:p>
        </p:txBody>
      </p:sp>
      <p:sp>
        <p:nvSpPr>
          <p:cNvPr id="4" name="Rounded Rectangle 3"/>
          <p:cNvSpPr/>
          <p:nvPr/>
        </p:nvSpPr>
        <p:spPr>
          <a:xfrm>
            <a:off x="419100" y="2440000"/>
            <a:ext cx="8753800" cy="760000"/>
          </a:xfrm>
          <a:prstGeom prst="roundRect">
            <a:avLst>
              <a:gd name="adj" fmla="val 8000"/>
            </a:avLst>
          </a:prstGeom>
          <a:solidFill>
            <a:srgbClr val="ECE9FB"/>
          </a:solidFill>
          <a:ln w="9525">
            <a:solidFill>
              <a:srgbClr val="7C5CD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75" b="1" i="0">
                <a:solidFill>
                  <a:srgbClr val="111111"/>
                </a:solidFill>
              </a:rPr>
              <a:t>MCP client  —  stdio JSON-RPC</a:t>
            </a:r>
          </a:p>
          <a:p>
            <a:pPr algn="ctr">
              <a:spcBef>
                <a:spcPts val="200"/>
              </a:spcBef>
              <a:buNone/>
            </a:pPr>
            <a:r>
              <a:rPr sz="950" b="0" i="0">
                <a:solidFill>
                  <a:srgbClr val="5B5B5B"/>
                </a:solidFill>
              </a:rPr>
              <a:t>Claude Desktop / VS Code</a:t>
            </a:r>
          </a:p>
        </p:txBody>
      </p:sp>
      <p:sp>
        <p:nvSpPr>
          <p:cNvPr id="5" name="Down Arrow 4"/>
          <p:cNvSpPr/>
          <p:nvPr/>
        </p:nvSpPr>
        <p:spPr>
          <a:xfrm>
            <a:off x="4686000" y="3210000"/>
            <a:ext cx="220000" cy="130000"/>
          </a:xfrm>
          <a:prstGeom prst="down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9100" y="3350000"/>
            <a:ext cx="8753800" cy="76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75" b="1" i="0">
                <a:solidFill>
                  <a:srgbClr val="111111"/>
                </a:solidFill>
              </a:rPr>
              <a:t>index.ts  +  server.ts</a:t>
            </a:r>
          </a:p>
          <a:p>
            <a:pPr algn="ctr">
              <a:spcBef>
                <a:spcPts val="200"/>
              </a:spcBef>
              <a:buNone/>
            </a:pPr>
            <a:r>
              <a:rPr sz="950" b="0" i="0">
                <a:solidFill>
                  <a:srgbClr val="5B5B5B"/>
                </a:solidFill>
              </a:rPr>
              <a:t>env → auth → đăng ký 46 tool</a:t>
            </a:r>
          </a:p>
        </p:txBody>
      </p:sp>
      <p:sp>
        <p:nvSpPr>
          <p:cNvPr id="7" name="Down Arrow 6"/>
          <p:cNvSpPr/>
          <p:nvPr/>
        </p:nvSpPr>
        <p:spPr>
          <a:xfrm>
            <a:off x="4686000" y="4120000"/>
            <a:ext cx="220000" cy="130000"/>
          </a:xfrm>
          <a:prstGeom prst="down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9100" y="4260000"/>
            <a:ext cx="8753800" cy="76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50" b="1" i="0">
                <a:solidFill>
                  <a:srgbClr val="111111"/>
                </a:solidFill>
              </a:rPr>
              <a:t>tools/_wrap.ts   ★  TOÀN BỘ AN TOÀN Ở ĐÂY</a:t>
            </a:r>
          </a:p>
          <a:p>
            <a:pPr algn="ctr">
              <a:spcBef>
                <a:spcPts val="200"/>
              </a:spcBef>
              <a:buNone/>
            </a:pPr>
            <a:r>
              <a:rPr sz="950" b="0" i="0">
                <a:solidFill>
                  <a:srgbClr val="5B5B5B"/>
                </a:solidFill>
              </a:rPr>
              <a:t>auth → allow-list → readonly → rate → rules → preview → token → execute → audit</a:t>
            </a:r>
          </a:p>
        </p:txBody>
      </p:sp>
      <p:sp>
        <p:nvSpPr>
          <p:cNvPr id="9" name="Down Arrow 8"/>
          <p:cNvSpPr/>
          <p:nvPr/>
        </p:nvSpPr>
        <p:spPr>
          <a:xfrm>
            <a:off x="4686000" y="5030000"/>
            <a:ext cx="220000" cy="130000"/>
          </a:xfrm>
          <a:prstGeom prst="down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9100" y="5170000"/>
            <a:ext cx="8753800" cy="76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75" b="1" i="0">
                <a:solidFill>
                  <a:srgbClr val="111111"/>
                </a:solidFill>
              </a:rPr>
              <a:t>tools/&lt;domain&gt;/  —  46 file, mỗi file 1 tool</a:t>
            </a:r>
          </a:p>
          <a:p>
            <a:pPr algn="ctr">
              <a:spcBef>
                <a:spcPts val="200"/>
              </a:spcBef>
              <a:buNone/>
            </a:pPr>
            <a:r>
              <a:rPr sz="950" b="0" i="0">
                <a:solidFill>
                  <a:srgbClr val="5B5B5B"/>
                </a:solidFill>
              </a:rPr>
              <a:t>chỉ khai input schema + gọi apis/ ; KHÔNG tự phòng vệ</a:t>
            </a:r>
          </a:p>
        </p:txBody>
      </p:sp>
      <p:sp>
        <p:nvSpPr>
          <p:cNvPr id="11" name="Down Arrow 10"/>
          <p:cNvSpPr/>
          <p:nvPr/>
        </p:nvSpPr>
        <p:spPr>
          <a:xfrm>
            <a:off x="4686000" y="5940000"/>
            <a:ext cx="220000" cy="130000"/>
          </a:xfrm>
          <a:prstGeom prst="down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9100" y="6080000"/>
            <a:ext cx="8753800" cy="76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75" b="1" i="0">
                <a:solidFill>
                  <a:srgbClr val="111111"/>
                </a:solidFill>
              </a:rPr>
              <a:t>apis/ (10 client)  +  http/client.ts  +  auth/</a:t>
            </a:r>
          </a:p>
          <a:p>
            <a:pPr algn="ctr">
              <a:spcBef>
                <a:spcPts val="200"/>
              </a:spcBef>
              <a:buNone/>
            </a:pPr>
            <a:r>
              <a:rPr sz="950" b="0" i="0">
                <a:solidFill>
                  <a:srgbClr val="5B5B5B"/>
                </a:solidFill>
              </a:rPr>
              <a:t>retry, backoff, 401 refresh, 429 Retry-After</a:t>
            </a:r>
          </a:p>
        </p:txBody>
      </p:sp>
      <p:sp>
        <p:nvSpPr>
          <p:cNvPr id="13" name="Rounded Rectangle 12"/>
          <p:cNvSpPr/>
          <p:nvPr/>
        </p:nvSpPr>
        <p:spPr>
          <a:xfrm>
            <a:off x="9372900" y="3640000"/>
            <a:ext cx="2400000" cy="150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400" b="1" i="0">
                <a:solidFill>
                  <a:srgbClr val="111111"/>
                </a:solidFill>
              </a:rPr>
              <a:t>safety/</a:t>
            </a:r>
          </a:p>
          <a:p>
            <a:pPr algn="ctr">
              <a:spcBef>
                <a:spcPts val="200"/>
              </a:spcBef>
              <a:buNone/>
            </a:pPr>
            <a:r>
              <a:rPr sz="1000" b="0" i="0">
                <a:solidFill>
                  <a:srgbClr val="5B5B5B"/>
                </a:solidFill>
              </a:rPr>
              <a:t>10 module
~/.acc-forma-mcp/
audit/*.jsonl</a:t>
            </a:r>
          </a:p>
        </p:txBody>
      </p:sp>
      <p:sp>
        <p:nvSpPr>
          <p:cNvPr id="14" name="TextBox 13"/>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apis/ chỉ chuyển đổi REST/GraphQL ↔ type TS. Không business logic ở đó.</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Không. Nó là một process con, nói chuyện qua stdin/stdout — không port, không HTTP, không daemon.</a:t>
            </a:r>
          </a:p>
        </p:txBody>
      </p:sp>
      <p:sp>
        <p:nvSpPr>
          <p:cNvPr id="3" name="Title 2"/>
          <p:cNvSpPr>
            <a:spLocks noGrp="1"/>
          </p:cNvSpPr>
          <p:nvPr>
            <p:ph type="title"/>
          </p:nvPr>
        </p:nvSpPr>
        <p:spPr/>
        <p:txBody>
          <a:bodyPr/>
          <a:lstStyle/>
          <a:p>
            <a:pPr algn="l">
              <a:buNone/>
            </a:pPr>
            <a:r>
              <a:rPr sz="2850" b="1">
                <a:solidFill>
                  <a:srgbClr val="111111"/>
                </a:solidFill>
              </a:rPr>
              <a:t>MCP server có phải một service chạy nền không?</a:t>
            </a:r>
          </a:p>
        </p:txBody>
      </p:sp>
      <p:sp>
        <p:nvSpPr>
          <p:cNvPr id="4" name="Rounded Rectangle 3"/>
          <p:cNvSpPr/>
          <p:nvPr/>
        </p:nvSpPr>
        <p:spPr>
          <a:xfrm>
            <a:off x="419100" y="2500000"/>
            <a:ext cx="3100000" cy="68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KHÔNG phải</a:t>
            </a:r>
          </a:p>
          <a:p>
            <a:pPr algn="ctr">
              <a:spcBef>
                <a:spcPts val="200"/>
              </a:spcBef>
              <a:buNone/>
            </a:pPr>
            <a:r>
              <a:rPr sz="1000" b="0" i="0">
                <a:solidFill>
                  <a:srgbClr val="5B5B5B"/>
                </a:solidFill>
              </a:rPr>
              <a:t>port lắng nghe</a:t>
            </a:r>
          </a:p>
        </p:txBody>
      </p:sp>
      <p:sp>
        <p:nvSpPr>
          <p:cNvPr id="5" name="Rounded Rectangle 4"/>
          <p:cNvSpPr/>
          <p:nvPr/>
        </p:nvSpPr>
        <p:spPr>
          <a:xfrm>
            <a:off x="419100" y="3320000"/>
            <a:ext cx="3100000" cy="68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KHÔNG phải</a:t>
            </a:r>
          </a:p>
          <a:p>
            <a:pPr algn="ctr">
              <a:spcBef>
                <a:spcPts val="200"/>
              </a:spcBef>
              <a:buNone/>
            </a:pPr>
            <a:r>
              <a:rPr sz="1000" b="0" i="0">
                <a:solidFill>
                  <a:srgbClr val="5B5B5B"/>
                </a:solidFill>
              </a:rPr>
              <a:t>HTTP endpoint</a:t>
            </a:r>
          </a:p>
        </p:txBody>
      </p:sp>
      <p:sp>
        <p:nvSpPr>
          <p:cNvPr id="6" name="Rounded Rectangle 5"/>
          <p:cNvSpPr/>
          <p:nvPr/>
        </p:nvSpPr>
        <p:spPr>
          <a:xfrm>
            <a:off x="419100" y="4140000"/>
            <a:ext cx="3100000" cy="68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KHÔNG phải</a:t>
            </a:r>
          </a:p>
          <a:p>
            <a:pPr algn="ctr">
              <a:spcBef>
                <a:spcPts val="200"/>
              </a:spcBef>
              <a:buNone/>
            </a:pPr>
            <a:r>
              <a:rPr sz="1000" b="0" i="0">
                <a:solidFill>
                  <a:srgbClr val="5B5B5B"/>
                </a:solidFill>
              </a:rPr>
              <a:t>daemon chạy nền</a:t>
            </a:r>
          </a:p>
        </p:txBody>
      </p:sp>
      <p:sp>
        <p:nvSpPr>
          <p:cNvPr id="7" name="Rounded Rectangle 6"/>
          <p:cNvSpPr/>
          <p:nvPr/>
        </p:nvSpPr>
        <p:spPr>
          <a:xfrm>
            <a:off x="3919100" y="2460000"/>
            <a:ext cx="7853800" cy="470000"/>
          </a:xfrm>
          <a:prstGeom prst="roundRect">
            <a:avLst>
              <a:gd name="adj" fmla="val 12000"/>
            </a:avLst>
          </a:prstGeom>
          <a:solidFill>
            <a:srgbClr val="111111"/>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ctr">
              <a:buNone/>
            </a:pPr>
            <a:r>
              <a:rPr sz="1200" b="1" i="0">
                <a:solidFill>
                  <a:srgbClr val="FFFFFF"/>
                </a:solidFill>
              </a:rPr>
              <a:t>src/index.ts:92-93</a:t>
            </a:r>
          </a:p>
        </p:txBody>
      </p:sp>
      <p:sp>
        <p:nvSpPr>
          <p:cNvPr id="8" name="Rounded Rectangle 7"/>
          <p:cNvSpPr/>
          <p:nvPr/>
        </p:nvSpPr>
        <p:spPr>
          <a:xfrm>
            <a:off x="3919100" y="2966000"/>
            <a:ext cx="7853800" cy="994000"/>
          </a:xfrm>
          <a:prstGeom prst="roundRect">
            <a:avLst>
              <a:gd name="adj" fmla="val 3500"/>
            </a:avLst>
          </a:prstGeom>
          <a:solidFill>
            <a:srgbClr val="FFFFFF"/>
          </a:solidFill>
          <a:ln w="9525">
            <a:solidFill>
              <a:srgbClr val="E8E8E2"/>
            </a:solidFill>
          </a:ln>
          <a:effectLst/>
        </p:spPr>
        <p:style>
          <a:lnRef idx="1">
            <a:schemeClr val="accent1"/>
          </a:lnRef>
          <a:fillRef idx="3">
            <a:schemeClr val="accent1"/>
          </a:fillRef>
          <a:effectRef idx="2">
            <a:schemeClr val="accent1"/>
          </a:effectRef>
          <a:fontRef idx="minor">
            <a:schemeClr val="lt1"/>
          </a:fontRef>
        </p:style>
        <p:txBody>
          <a:bodyPr rtlCol="0" anchor="t" lIns="128016" rIns="80000" tIns="64008" bIns="64008" wrap="square"/>
          <a:lstStyle/>
          <a:p>
            <a:pPr algn="l">
              <a:buNone/>
            </a:pPr>
            <a:r>
              <a:rPr sz="1050" b="0" i="0">
                <a:solidFill>
                  <a:srgbClr val="111111"/>
                </a:solidFill>
                <a:latin typeface="Consolas"/>
              </a:rPr>
              <a:t>const transport = new StdioServerTransport();</a:t>
            </a:r>
          </a:p>
          <a:p>
            <a:pPr algn="l">
              <a:buNone/>
            </a:pPr>
            <a:r>
              <a:rPr sz="1050" b="0" i="0">
                <a:solidFill>
                  <a:srgbClr val="111111"/>
                </a:solidFill>
                <a:latin typeface="Consolas"/>
              </a:rPr>
              <a:t>await server.connect(transport);</a:t>
            </a:r>
          </a:p>
        </p:txBody>
      </p:sp>
      <p:sp>
        <p:nvSpPr>
          <p:cNvPr id="9" name="Rounded Rectangle 8"/>
          <p:cNvSpPr/>
          <p:nvPr/>
        </p:nvSpPr>
        <p:spPr>
          <a:xfrm>
            <a:off x="3919100" y="4100000"/>
            <a:ext cx="7853800" cy="1050000"/>
          </a:xfrm>
          <a:prstGeom prst="roundRect">
            <a:avLst>
              <a:gd name="adj" fmla="val 8000"/>
            </a:avLst>
          </a:prstGeom>
          <a:solidFill>
            <a:srgbClr val="FFF0D4"/>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Hệ quả thực tế: muốn test thật phải SPAWN process và ghi JSON vào stdin</a:t>
            </a:r>
          </a:p>
          <a:p>
            <a:pPr algn="ctr">
              <a:spcBef>
                <a:spcPts val="200"/>
              </a:spcBef>
              <a:buNone/>
            </a:pPr>
            <a:r>
              <a:rPr sz="1000" b="0" i="0">
                <a:solidFill>
                  <a:srgbClr val="5B5B5B"/>
                </a:solidFill>
              </a:rPr>
              <a:t>không curl được — đây chính là cách các probe trong đợt review verify</a:t>
            </a:r>
          </a:p>
        </p:txBody>
      </p:sp>
      <p:sp>
        <p:nvSpPr>
          <p:cNvPr id="10" name="TextBox 9"/>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Hiểu nhầm này phổ biến nhất khi người mới đọc codebase MCP lần đầu.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Một object TS: name + description + inputSchema (zod) + scope + execute() — khai báo, không tự phòng vệ.</a:t>
            </a:r>
          </a:p>
        </p:txBody>
      </p:sp>
      <p:sp>
        <p:nvSpPr>
          <p:cNvPr id="3" name="Title 2"/>
          <p:cNvSpPr>
            <a:spLocks noGrp="1"/>
          </p:cNvSpPr>
          <p:nvPr>
            <p:ph type="title"/>
          </p:nvPr>
        </p:nvSpPr>
        <p:spPr/>
        <p:txBody>
          <a:bodyPr/>
          <a:lstStyle/>
          <a:p>
            <a:pPr algn="l">
              <a:buNone/>
            </a:pPr>
            <a:r>
              <a:rPr sz="2850" b="1">
                <a:solidFill>
                  <a:srgbClr val="111111"/>
                </a:solidFill>
              </a:rPr>
              <a:t>Một 'tool' trong project này là gì?</a:t>
            </a:r>
          </a:p>
        </p:txBody>
      </p:sp>
      <p:sp>
        <p:nvSpPr>
          <p:cNvPr id="4" name="Rounded Rectangle 3"/>
          <p:cNvSpPr/>
          <p:nvPr/>
        </p:nvSpPr>
        <p:spPr>
          <a:xfrm>
            <a:off x="419100" y="2440000"/>
            <a:ext cx="5600000" cy="470000"/>
          </a:xfrm>
          <a:prstGeom prst="roundRect">
            <a:avLst>
              <a:gd name="adj" fmla="val 12000"/>
            </a:avLst>
          </a:prstGeom>
          <a:solidFill>
            <a:srgbClr val="111111"/>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ctr">
              <a:buNone/>
            </a:pPr>
            <a:r>
              <a:rPr sz="1200" b="1" i="0">
                <a:solidFill>
                  <a:srgbClr val="FFFFFF"/>
                </a:solidFill>
              </a:rPr>
              <a:t>src/tools/_types.ts:82-120</a:t>
            </a:r>
          </a:p>
        </p:txBody>
      </p:sp>
      <p:sp>
        <p:nvSpPr>
          <p:cNvPr id="5" name="Rounded Rectangle 4"/>
          <p:cNvSpPr/>
          <p:nvPr/>
        </p:nvSpPr>
        <p:spPr>
          <a:xfrm>
            <a:off x="419100" y="2946000"/>
            <a:ext cx="5600000" cy="2094000"/>
          </a:xfrm>
          <a:prstGeom prst="roundRect">
            <a:avLst>
              <a:gd name="adj" fmla="val 3500"/>
            </a:avLst>
          </a:prstGeom>
          <a:solidFill>
            <a:srgbClr val="FFFFFF"/>
          </a:solidFill>
          <a:ln w="9525">
            <a:solidFill>
              <a:srgbClr val="E8E8E2"/>
            </a:solidFill>
          </a:ln>
          <a:effectLst/>
        </p:spPr>
        <p:style>
          <a:lnRef idx="1">
            <a:schemeClr val="accent1"/>
          </a:lnRef>
          <a:fillRef idx="3">
            <a:schemeClr val="accent1"/>
          </a:fillRef>
          <a:effectRef idx="2">
            <a:schemeClr val="accent1"/>
          </a:effectRef>
          <a:fontRef idx="minor">
            <a:schemeClr val="lt1"/>
          </a:fontRef>
        </p:style>
        <p:txBody>
          <a:bodyPr rtlCol="0" anchor="t" lIns="128016" rIns="80000" tIns="64008" bIns="64008" wrap="square"/>
          <a:lstStyle/>
          <a:p>
            <a:pPr algn="l">
              <a:buNone/>
            </a:pPr>
            <a:r>
              <a:rPr sz="1050" b="0" i="0">
                <a:solidFill>
                  <a:srgbClr val="111111"/>
                </a:solidFill>
                <a:latin typeface="Consolas"/>
              </a:rPr>
              <a:t>export const createIssueTool:</a:t>
            </a:r>
          </a:p>
          <a:p>
            <a:pPr algn="l">
              <a:buNone/>
            </a:pPr>
            <a:r>
              <a:rPr sz="1050" b="0" i="0">
                <a:solidFill>
                  <a:srgbClr val="111111"/>
                </a:solidFill>
                <a:latin typeface="Consolas"/>
              </a:rPr>
              <a:t>    MutationToolDef&lt;typeof inputSchema&gt; = {</a:t>
            </a:r>
          </a:p>
          <a:p>
            <a:pPr algn="l">
              <a:buNone/>
            </a:pPr>
            <a:r>
              <a:rPr sz="1050" b="0" i="0">
                <a:solidFill>
                  <a:srgbClr val="111111"/>
                </a:solidFill>
                <a:latin typeface="Consolas"/>
              </a:rPr>
              <a:t>  name: 'issues_create',</a:t>
            </a:r>
          </a:p>
          <a:p>
            <a:pPr algn="l">
              <a:buNone/>
            </a:pPr>
            <a:r>
              <a:rPr sz="1050" b="0" i="0">
                <a:solidFill>
                  <a:srgbClr val="111111"/>
                </a:solidFill>
                <a:latin typeface="Consolas"/>
              </a:rPr>
              <a:t>  description: '...',      // LLM doc + Autodesk review</a:t>
            </a:r>
          </a:p>
          <a:p>
            <a:pPr algn="l">
              <a:buNone/>
            </a:pPr>
            <a:r>
              <a:rPr sz="1050" b="0" i="0">
                <a:solidFill>
                  <a:srgbClr val="111111"/>
                </a:solidFill>
                <a:latin typeface="Consolas"/>
              </a:rPr>
              <a:t>  kind: 'mutation',</a:t>
            </a:r>
          </a:p>
          <a:p>
            <a:pPr algn="l">
              <a:buNone/>
            </a:pPr>
            <a:r>
              <a:rPr sz="1050" b="0" i="0">
                <a:solidFill>
                  <a:srgbClr val="111111"/>
                </a:solidFill>
                <a:latin typeface="Consolas"/>
              </a:rPr>
              <a:t>  scope: { kind: 'dm' },   // BAT BUOC</a:t>
            </a:r>
          </a:p>
          <a:p>
            <a:pPr algn="l">
              <a:buNone/>
            </a:pPr>
            <a:r>
              <a:rPr sz="1050" b="0" i="0">
                <a:solidFill>
                  <a:srgbClr val="111111"/>
                </a:solidFill>
                <a:latin typeface="Consolas"/>
              </a:rPr>
              <a:t>  inputSchema,             // zod</a:t>
            </a:r>
          </a:p>
          <a:p>
            <a:pPr algn="l">
              <a:buNone/>
            </a:pPr>
            <a:r>
              <a:rPr sz="1050" b="0" i="0">
                <a:solidFill>
                  <a:srgbClr val="111111"/>
                </a:solidFill>
                <a:latin typeface="Consolas"/>
              </a:rPr>
              <a:t>  getProjectId: (i) =&gt; i.project_id,</a:t>
            </a:r>
          </a:p>
          <a:p>
            <a:pPr algn="l">
              <a:buNone/>
            </a:pPr>
            <a:r>
              <a:rPr sz="1050" b="0" i="0">
                <a:solidFill>
                  <a:srgbClr val="111111"/>
                </a:solidFill>
                <a:latin typeface="Consolas"/>
              </a:rPr>
              <a:t>  buildPreview: async (...) =&gt; {...},</a:t>
            </a:r>
          </a:p>
          <a:p>
            <a:pPr algn="l">
              <a:buNone/>
            </a:pPr>
            <a:r>
              <a:rPr sz="1050" b="0" i="0">
                <a:solidFill>
                  <a:srgbClr val="111111"/>
                </a:solidFill>
                <a:latin typeface="Consolas"/>
              </a:rPr>
              <a:t>  execute:      async (...) =&gt; {...},</a:t>
            </a:r>
          </a:p>
          <a:p>
            <a:pPr algn="l">
              <a:buNone/>
            </a:pPr>
            <a:r>
              <a:rPr sz="1050" b="0" i="0">
                <a:solidFill>
                  <a:srgbClr val="111111"/>
                </a:solidFill>
                <a:latin typeface="Consolas"/>
              </a:rPr>
              <a:t>};</a:t>
            </a:r>
          </a:p>
        </p:txBody>
      </p:sp>
      <p:sp>
        <p:nvSpPr>
          <p:cNvPr id="6" name="Rounded Rectangle 5"/>
          <p:cNvSpPr/>
          <p:nvPr/>
        </p:nvSpPr>
        <p:spPr>
          <a:xfrm>
            <a:off x="6319100" y="2480000"/>
            <a:ext cx="5453800" cy="900000"/>
          </a:xfrm>
          <a:prstGeom prst="roundRect">
            <a:avLst>
              <a:gd name="adj" fmla="val 8000"/>
            </a:avLst>
          </a:prstGeom>
          <a:solidFill>
            <a:srgbClr val="FFF0D4"/>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description không phải comment</a:t>
            </a:r>
          </a:p>
          <a:p>
            <a:pPr algn="ctr">
              <a:spcBef>
                <a:spcPts val="200"/>
              </a:spcBef>
              <a:buNone/>
            </a:pPr>
            <a:r>
              <a:rPr sz="950" b="0" i="0">
                <a:solidFill>
                  <a:srgbClr val="5B5B5B"/>
                </a:solidFill>
              </a:rPr>
              <a:t>LLM đọc để chọn tool  +  là artifact Autodesk review khi submit</a:t>
            </a:r>
          </a:p>
        </p:txBody>
      </p:sp>
      <p:sp>
        <p:nvSpPr>
          <p:cNvPr id="7" name="Rounded Rectangle 6"/>
          <p:cNvSpPr/>
          <p:nvPr/>
        </p:nvSpPr>
        <p:spPr>
          <a:xfrm>
            <a:off x="6319100" y="3500000"/>
            <a:ext cx="5453800" cy="90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scope là field BẮT BUỘC</a:t>
            </a:r>
          </a:p>
          <a:p>
            <a:pPr algn="ctr">
              <a:spcBef>
                <a:spcPts val="200"/>
              </a:spcBef>
              <a:buNone/>
            </a:pPr>
            <a:r>
              <a:rPr sz="950" b="0" i="0">
                <a:solidFill>
                  <a:srgbClr val="5B5B5B"/>
                </a:solidFill>
              </a:rPr>
              <a:t>quên khai = LỖI BIÊN DỊCH, không phải bug im lặng</a:t>
            </a:r>
          </a:p>
        </p:txBody>
      </p:sp>
      <p:sp>
        <p:nvSpPr>
          <p:cNvPr id="8" name="Rounded Rectangle 7"/>
          <p:cNvSpPr/>
          <p:nvPr/>
        </p:nvSpPr>
        <p:spPr>
          <a:xfrm>
            <a:off x="6319100" y="4520000"/>
            <a:ext cx="5453800" cy="52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50" b="1" i="0">
                <a:solidFill>
                  <a:srgbClr val="111111"/>
                </a:solidFill>
              </a:rPr>
              <a:t>dry_run được TIÊM tự động</a:t>
            </a:r>
          </a:p>
          <a:p>
            <a:pPr algn="ctr">
              <a:spcBef>
                <a:spcPts val="200"/>
              </a:spcBef>
              <a:buNone/>
            </a:pPr>
            <a:r>
              <a:rPr sz="950" b="0" i="0">
                <a:solidFill>
                  <a:srgbClr val="5B5B5B"/>
                </a:solidFill>
              </a:rPr>
              <a:t>server.ts:30-33 — tool không tự khai</a:t>
            </a:r>
          </a:p>
        </p:txBody>
      </p:sp>
      <p:sp>
        <p:nvSpPr>
          <p:cNvPr id="9" name="TextBox 8"/>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Tool càng 'ngu' càng tốt: 46 tool × 8 lớp bảo vệ = 368 chỗ có thể quên nếu để tool tự lo.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Đọc chiếm đa số; chỉ 9 tool ghi, và cả 9 đều đi qua hai bước preview + token.</a:t>
            </a:r>
          </a:p>
        </p:txBody>
      </p:sp>
      <p:sp>
        <p:nvSpPr>
          <p:cNvPr id="3" name="Title 2"/>
          <p:cNvSpPr>
            <a:spLocks noGrp="1"/>
          </p:cNvSpPr>
          <p:nvPr>
            <p:ph type="title"/>
          </p:nvPr>
        </p:nvSpPr>
        <p:spPr/>
        <p:txBody>
          <a:bodyPr/>
          <a:lstStyle/>
          <a:p>
            <a:pPr algn="l">
              <a:buNone/>
            </a:pPr>
            <a:r>
              <a:rPr sz="2850" b="1">
                <a:solidFill>
                  <a:srgbClr val="111111"/>
                </a:solidFill>
              </a:rPr>
              <a:t>46 tools, 11 nhóm — 9 là mutation</a:t>
            </a:r>
          </a:p>
        </p:txBody>
      </p:sp>
      <p:sp>
        <p:nvSpPr>
          <p:cNvPr id="4" name="Rounded Rectangle 3"/>
          <p:cNvSpPr/>
          <p:nvPr/>
        </p:nvSpPr>
        <p:spPr>
          <a:xfrm>
            <a:off x="419100" y="2460000"/>
            <a:ext cx="2643450" cy="125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Issues  (12)</a:t>
            </a:r>
          </a:p>
          <a:p>
            <a:pPr algn="ctr">
              <a:spcBef>
                <a:spcPts val="200"/>
              </a:spcBef>
              <a:buNone/>
            </a:pPr>
            <a:r>
              <a:rPr sz="900" b="0" i="0">
                <a:solidFill>
                  <a:srgbClr val="5B5B5B"/>
                </a:solidFill>
              </a:rPr>
              <a:t>list • get • create ✍ • update ✍
comment ✍ • pin_element ✍</a:t>
            </a:r>
          </a:p>
        </p:txBody>
      </p:sp>
      <p:sp>
        <p:nvSpPr>
          <p:cNvPr id="5" name="Rounded Rectangle 4"/>
          <p:cNvSpPr/>
          <p:nvPr/>
        </p:nvSpPr>
        <p:spPr>
          <a:xfrm>
            <a:off x="3322550" y="2460000"/>
            <a:ext cx="2643450" cy="125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Data Mgmt  (6)</a:t>
            </a:r>
          </a:p>
          <a:p>
            <a:pPr algn="ctr">
              <a:spcBef>
                <a:spcPts val="200"/>
              </a:spcBef>
              <a:buNone/>
            </a:pPr>
            <a:r>
              <a:rPr sz="900" b="0" i="0">
                <a:solidFill>
                  <a:srgbClr val="5B5B5B"/>
                </a:solidFill>
              </a:rPr>
              <a:t>hubs • projects • folders
items • versions</a:t>
            </a:r>
          </a:p>
        </p:txBody>
      </p:sp>
      <p:sp>
        <p:nvSpPr>
          <p:cNvPr id="6" name="Rounded Rectangle 5"/>
          <p:cNvSpPr/>
          <p:nvPr/>
        </p:nvSpPr>
        <p:spPr>
          <a:xfrm>
            <a:off x="6226000" y="2460000"/>
            <a:ext cx="2643450" cy="125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AEC Data Model  (8)</a:t>
            </a:r>
          </a:p>
          <a:p>
            <a:pPr algn="ctr">
              <a:spcBef>
                <a:spcPts val="200"/>
              </a:spcBef>
              <a:buNone/>
            </a:pPr>
            <a:r>
              <a:rPr sz="900" b="0" i="0">
                <a:solidFill>
                  <a:srgbClr val="5B5B5B"/>
                </a:solidFill>
              </a:rPr>
              <a:t>GraphQL: elements, categories,
parameters, positions</a:t>
            </a:r>
          </a:p>
        </p:txBody>
      </p:sp>
      <p:sp>
        <p:nvSpPr>
          <p:cNvPr id="7" name="Rounded Rectangle 6"/>
          <p:cNvSpPr/>
          <p:nvPr/>
        </p:nvSpPr>
        <p:spPr>
          <a:xfrm>
            <a:off x="9129450" y="2460000"/>
            <a:ext cx="2643450" cy="125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Account Admin  (4)</a:t>
            </a:r>
          </a:p>
          <a:p>
            <a:pPr algn="ctr">
              <a:spcBef>
                <a:spcPts val="200"/>
              </a:spcBef>
              <a:buNone/>
            </a:pPr>
            <a:r>
              <a:rPr sz="900" b="0" i="0">
                <a:solidFill>
                  <a:srgbClr val="5B5B5B"/>
                </a:solidFill>
              </a:rPr>
              <a:t>projects • users • companies</a:t>
            </a:r>
          </a:p>
        </p:txBody>
      </p:sp>
      <p:sp>
        <p:nvSpPr>
          <p:cNvPr id="8" name="Rounded Rectangle 7"/>
          <p:cNvSpPr/>
          <p:nvPr/>
        </p:nvSpPr>
        <p:spPr>
          <a:xfrm>
            <a:off x="419100" y="3840000"/>
            <a:ext cx="2643450" cy="125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Model Derivative (3)</a:t>
            </a:r>
          </a:p>
          <a:p>
            <a:pPr algn="ctr">
              <a:spcBef>
                <a:spcPts val="200"/>
              </a:spcBef>
              <a:buNone/>
            </a:pPr>
            <a:r>
              <a:rPr sz="900" b="0" i="0">
                <a:solidFill>
                  <a:srgbClr val="5B5B5B"/>
                </a:solidFill>
              </a:rPr>
              <a:t>properties • manifest
translation ✍</a:t>
            </a:r>
          </a:p>
        </p:txBody>
      </p:sp>
      <p:sp>
        <p:nvSpPr>
          <p:cNvPr id="9" name="Rounded Rectangle 8"/>
          <p:cNvSpPr/>
          <p:nvPr/>
        </p:nvSpPr>
        <p:spPr>
          <a:xfrm>
            <a:off x="3322550" y="3840000"/>
            <a:ext cx="2643450" cy="125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Reviews  (4)</a:t>
            </a:r>
          </a:p>
          <a:p>
            <a:pPr algn="ctr">
              <a:spcBef>
                <a:spcPts val="200"/>
              </a:spcBef>
              <a:buNone/>
            </a:pPr>
            <a:r>
              <a:rPr sz="900" b="0" i="0">
                <a:solidFill>
                  <a:srgbClr val="5B5B5B"/>
                </a:solidFill>
              </a:rPr>
              <a:t>list • get • create ✍
transition ✍</a:t>
            </a:r>
          </a:p>
        </p:txBody>
      </p:sp>
      <p:sp>
        <p:nvSpPr>
          <p:cNvPr id="10" name="Rounded Rectangle 9"/>
          <p:cNvSpPr/>
          <p:nvPr/>
        </p:nvSpPr>
        <p:spPr>
          <a:xfrm>
            <a:off x="6226000" y="3840000"/>
            <a:ext cx="2643450" cy="125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Model Coord.  (2)</a:t>
            </a:r>
          </a:p>
          <a:p>
            <a:pPr algn="ctr">
              <a:spcBef>
                <a:spcPts val="200"/>
              </a:spcBef>
              <a:buNone/>
            </a:pPr>
            <a:r>
              <a:rPr sz="900" b="0" i="0">
                <a:solidFill>
                  <a:srgbClr val="5B5B5B"/>
                </a:solidFill>
              </a:rPr>
              <a:t>modelsets • clashes</a:t>
            </a:r>
          </a:p>
        </p:txBody>
      </p:sp>
      <p:sp>
        <p:nvSpPr>
          <p:cNvPr id="11" name="Rounded Rectangle 10"/>
          <p:cNvSpPr/>
          <p:nvPr/>
        </p:nvSpPr>
        <p:spPr>
          <a:xfrm>
            <a:off x="9129450" y="3840000"/>
            <a:ext cx="2643450" cy="1250000"/>
          </a:xfrm>
          <a:prstGeom prst="roundRect">
            <a:avLst>
              <a:gd name="adj" fmla="val 8000"/>
            </a:avLst>
          </a:prstGeom>
          <a:solidFill>
            <a:srgbClr val="FFF0D4"/>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Webhooks  (3)</a:t>
            </a:r>
          </a:p>
          <a:p>
            <a:pPr algn="ctr">
              <a:spcBef>
                <a:spcPts val="200"/>
              </a:spcBef>
              <a:buNone/>
            </a:pPr>
            <a:r>
              <a:rPr sz="900" b="0" i="0">
                <a:solidFill>
                  <a:srgbClr val="5B5B5B"/>
                </a:solidFill>
              </a:rPr>
              <a:t>create ✍ • list • delete ✍</a:t>
            </a:r>
          </a:p>
        </p:txBody>
      </p:sp>
      <p:sp>
        <p:nvSpPr>
          <p:cNvPr id="12" name="Rounded Rectangle 11"/>
          <p:cNvSpPr/>
          <p:nvPr/>
        </p:nvSpPr>
        <p:spPr>
          <a:xfrm>
            <a:off x="419100" y="5220000"/>
            <a:ext cx="3611266" cy="76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Model Properties (1)</a:t>
            </a:r>
          </a:p>
          <a:p>
            <a:pPr algn="ctr">
              <a:spcBef>
                <a:spcPts val="200"/>
              </a:spcBef>
              <a:buNone/>
            </a:pPr>
            <a:r>
              <a:rPr sz="900" b="0" i="0">
                <a:solidFill>
                  <a:srgbClr val="5B5B5B"/>
                </a:solidFill>
              </a:rPr>
              <a:t>mp_diff_versions — so hai phiên bản</a:t>
            </a:r>
          </a:p>
        </p:txBody>
      </p:sp>
      <p:sp>
        <p:nvSpPr>
          <p:cNvPr id="13" name="Rounded Rectangle 12"/>
          <p:cNvSpPr/>
          <p:nvPr/>
        </p:nvSpPr>
        <p:spPr>
          <a:xfrm>
            <a:off x="4290366" y="5220000"/>
            <a:ext cx="3611266" cy="76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ACC Docs  (1)</a:t>
            </a:r>
          </a:p>
          <a:p>
            <a:pPr algn="ctr">
              <a:spcBef>
                <a:spcPts val="200"/>
              </a:spcBef>
              <a:buNone/>
            </a:pPr>
            <a:r>
              <a:rPr sz="900" b="0" i="0">
                <a:solidFill>
                  <a:srgbClr val="5B5B5B"/>
                </a:solidFill>
              </a:rPr>
              <a:t>viewables cho pin PDF 2D</a:t>
            </a:r>
          </a:p>
        </p:txBody>
      </p:sp>
      <p:sp>
        <p:nvSpPr>
          <p:cNvPr id="14" name="Rounded Rectangle 13"/>
          <p:cNvSpPr/>
          <p:nvPr/>
        </p:nvSpPr>
        <p:spPr>
          <a:xfrm>
            <a:off x="8161632" y="5220000"/>
            <a:ext cx="3611266" cy="76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Meta  (2)</a:t>
            </a:r>
          </a:p>
          <a:p>
            <a:pPr algn="ctr">
              <a:spcBef>
                <a:spcPts val="200"/>
              </a:spcBef>
              <a:buNone/>
            </a:pPr>
            <a:r>
              <a:rPr sz="900" b="0" i="0">
                <a:solidFill>
                  <a:srgbClr val="5B5B5B"/>
                </a:solidFill>
              </a:rPr>
              <a:t>changelog • verify_audit_chain</a:t>
            </a:r>
          </a:p>
        </p:txBody>
      </p:sp>
      <p:sp>
        <p:nvSpPr>
          <p:cNvPr id="15" name="TextBox 14"/>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 = mutation. Registry: src/tools/_registry.ts — manifest-sync.spec.ts khoá cho manifest khớp registry.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Thao tác nguy hiểm chia hai bước: bước 1 xem trước và nhận vé, bước 2 đưa vé lại mới được làm thật.</a:t>
            </a:r>
          </a:p>
        </p:txBody>
      </p:sp>
      <p:sp>
        <p:nvSpPr>
          <p:cNvPr id="3" name="Title 2"/>
          <p:cNvSpPr>
            <a:spLocks noGrp="1"/>
          </p:cNvSpPr>
          <p:nvPr>
            <p:ph type="title"/>
          </p:nvPr>
        </p:nvSpPr>
        <p:spPr/>
        <p:txBody>
          <a:bodyPr/>
          <a:lstStyle/>
          <a:p>
            <a:pPr algn="l">
              <a:buNone/>
            </a:pPr>
            <a:r>
              <a:rPr sz="2850" b="1">
                <a:solidFill>
                  <a:srgbClr val="111111"/>
                </a:solidFill>
              </a:rPr>
              <a:t>Dry-run + approval token là gì?</a:t>
            </a:r>
          </a:p>
        </p:txBody>
      </p:sp>
      <p:sp>
        <p:nvSpPr>
          <p:cNvPr id="4" name="Rounded Rectangle 3"/>
          <p:cNvSpPr/>
          <p:nvPr/>
        </p:nvSpPr>
        <p:spPr>
          <a:xfrm>
            <a:off x="419100" y="2720000"/>
            <a:ext cx="2643450" cy="1250000"/>
          </a:xfrm>
          <a:prstGeom prst="roundRect">
            <a:avLst>
              <a:gd name="adj" fmla="val 8000"/>
            </a:avLst>
          </a:prstGeom>
          <a:solidFill>
            <a:srgbClr val="FFF0D4"/>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50" b="1" i="0">
                <a:solidFill>
                  <a:srgbClr val="111111"/>
                </a:solidFill>
              </a:rPr>
              <a:t>1. Xem trước</a:t>
            </a:r>
          </a:p>
          <a:p>
            <a:pPr algn="ctr">
              <a:spcBef>
                <a:spcPts val="200"/>
              </a:spcBef>
              <a:buNone/>
            </a:pPr>
            <a:r>
              <a:rPr sz="950" b="0" i="0">
                <a:solidFill>
                  <a:srgbClr val="5B5B5B"/>
                </a:solidFill>
              </a:rPr>
              <a:t>gọi tool với dry_run=true</a:t>
            </a:r>
          </a:p>
        </p:txBody>
      </p:sp>
      <p:sp>
        <p:nvSpPr>
          <p:cNvPr id="5" name="Rounded Rectangle 4"/>
          <p:cNvSpPr/>
          <p:nvPr/>
        </p:nvSpPr>
        <p:spPr>
          <a:xfrm>
            <a:off x="3322550" y="2720000"/>
            <a:ext cx="2643450" cy="125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50" b="1" i="0">
                <a:solidFill>
                  <a:srgbClr val="111111"/>
                </a:solidFill>
              </a:rPr>
              <a:t>2. Nhận vé</a:t>
            </a:r>
          </a:p>
          <a:p>
            <a:pPr algn="ctr">
              <a:spcBef>
                <a:spcPts val="200"/>
              </a:spcBef>
              <a:buNone/>
            </a:pPr>
            <a:r>
              <a:rPr sz="950" b="0" i="0">
                <a:solidFill>
                  <a:srgbClr val="5B5B5B"/>
                </a:solidFill>
              </a:rPr>
              <a:t>server cấp approval_token</a:t>
            </a:r>
          </a:p>
        </p:txBody>
      </p:sp>
      <p:sp>
        <p:nvSpPr>
          <p:cNvPr id="6" name="Rounded Rectangle 5"/>
          <p:cNvSpPr/>
          <p:nvPr/>
        </p:nvSpPr>
        <p:spPr>
          <a:xfrm>
            <a:off x="6226000" y="2720000"/>
            <a:ext cx="2643450" cy="125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50" b="1" i="0">
                <a:solidFill>
                  <a:srgbClr val="111111"/>
                </a:solidFill>
              </a:rPr>
              <a:t>3. Đối chiếu</a:t>
            </a:r>
          </a:p>
          <a:p>
            <a:pPr algn="ctr">
              <a:spcBef>
                <a:spcPts val="200"/>
              </a:spcBef>
              <a:buNone/>
            </a:pPr>
            <a:r>
              <a:rPr sz="950" b="0" i="0">
                <a:solidFill>
                  <a:srgbClr val="5B5B5B"/>
                </a:solidFill>
              </a:rPr>
              <a:t>token buộc vào payload hash</a:t>
            </a:r>
          </a:p>
        </p:txBody>
      </p:sp>
      <p:sp>
        <p:nvSpPr>
          <p:cNvPr id="7" name="Rounded Rectangle 6"/>
          <p:cNvSpPr/>
          <p:nvPr/>
        </p:nvSpPr>
        <p:spPr>
          <a:xfrm>
            <a:off x="9129450" y="2720000"/>
            <a:ext cx="2643450" cy="125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50" b="1" i="0">
                <a:solidFill>
                  <a:srgbClr val="111111"/>
                </a:solidFill>
              </a:rPr>
              <a:t>4. Làm thật</a:t>
            </a:r>
          </a:p>
          <a:p>
            <a:pPr algn="ctr">
              <a:spcBef>
                <a:spcPts val="200"/>
              </a:spcBef>
              <a:buNone/>
            </a:pPr>
            <a:r>
              <a:rPr sz="950" b="0" i="0">
                <a:solidFill>
                  <a:srgbClr val="5B5B5B"/>
                </a:solidFill>
              </a:rPr>
              <a:t>dry_run=false + token</a:t>
            </a:r>
          </a:p>
        </p:txBody>
      </p:sp>
      <p:sp>
        <p:nvSpPr>
          <p:cNvPr id="8" name="Right Arrow 7"/>
          <p:cNvSpPr/>
          <p:nvPr/>
        </p:nvSpPr>
        <p:spPr>
          <a:xfrm>
            <a:off x="3087550" y="3230000"/>
            <a:ext cx="210000" cy="230000"/>
          </a:xfrm>
          <a:prstGeom prst="right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5991000" y="3230000"/>
            <a:ext cx="210000" cy="230000"/>
          </a:xfrm>
          <a:prstGeom prst="right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8894450" y="3230000"/>
            <a:ext cx="210000" cy="230000"/>
          </a:xfrm>
          <a:prstGeom prst="right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580825" y="2380000"/>
            <a:ext cx="320000" cy="320000"/>
          </a:xfrm>
          <a:prstGeom prst="ellipse">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buNone/>
            </a:pPr>
            <a:r>
              <a:rPr sz="1400" b="1" i="0">
                <a:solidFill>
                  <a:srgbClr val="FFFFFF"/>
                </a:solidFill>
              </a:rPr>
              <a:t>1</a:t>
            </a:r>
          </a:p>
        </p:txBody>
      </p:sp>
      <p:sp>
        <p:nvSpPr>
          <p:cNvPr id="12" name="Oval 11"/>
          <p:cNvSpPr/>
          <p:nvPr/>
        </p:nvSpPr>
        <p:spPr>
          <a:xfrm>
            <a:off x="4484275" y="2380000"/>
            <a:ext cx="320000" cy="320000"/>
          </a:xfrm>
          <a:prstGeom prst="ellipse">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buNone/>
            </a:pPr>
            <a:r>
              <a:rPr sz="1400" b="1" i="0">
                <a:solidFill>
                  <a:srgbClr val="FFFFFF"/>
                </a:solidFill>
              </a:rPr>
              <a:t>2</a:t>
            </a:r>
          </a:p>
        </p:txBody>
      </p:sp>
      <p:sp>
        <p:nvSpPr>
          <p:cNvPr id="13" name="Oval 12"/>
          <p:cNvSpPr/>
          <p:nvPr/>
        </p:nvSpPr>
        <p:spPr>
          <a:xfrm>
            <a:off x="7387725" y="2380000"/>
            <a:ext cx="320000" cy="320000"/>
          </a:xfrm>
          <a:prstGeom prst="ellipse">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buNone/>
            </a:pPr>
            <a:r>
              <a:rPr sz="1400" b="1" i="0">
                <a:solidFill>
                  <a:srgbClr val="FFFFFF"/>
                </a:solidFill>
              </a:rPr>
              <a:t>3</a:t>
            </a:r>
          </a:p>
        </p:txBody>
      </p:sp>
      <p:sp>
        <p:nvSpPr>
          <p:cNvPr id="14" name="Oval 13"/>
          <p:cNvSpPr/>
          <p:nvPr/>
        </p:nvSpPr>
        <p:spPr>
          <a:xfrm>
            <a:off x="10291175" y="2380000"/>
            <a:ext cx="320000" cy="320000"/>
          </a:xfrm>
          <a:prstGeom prst="ellipse">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buNone/>
            </a:pPr>
            <a:r>
              <a:rPr sz="1400" b="1" i="0">
                <a:solidFill>
                  <a:srgbClr val="FFFFFF"/>
                </a:solidFill>
              </a:rPr>
              <a:t>4</a:t>
            </a:r>
          </a:p>
        </p:txBody>
      </p:sp>
      <p:sp>
        <p:nvSpPr>
          <p:cNvPr id="15" name="Rounded Rectangle 14"/>
          <p:cNvSpPr/>
          <p:nvPr/>
        </p:nvSpPr>
        <p:spPr>
          <a:xfrm>
            <a:off x="419100" y="4350000"/>
            <a:ext cx="11353800" cy="90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400" b="1" i="0">
                <a:solidFill>
                  <a:srgbClr val="111111"/>
                </a:solidFill>
              </a:rPr>
              <a:t>Vé không phải mật khẩu chung — nó bị BUỘC vào đúng payload đã xem</a:t>
            </a:r>
          </a:p>
          <a:p>
            <a:pPr algn="ctr">
              <a:spcBef>
                <a:spcPts val="200"/>
              </a:spcBef>
              <a:buNone/>
            </a:pPr>
            <a:r>
              <a:rPr sz="1050" b="0" i="0">
                <a:solidFill>
                  <a:srgbClr val="5B5B5B"/>
                </a:solidFill>
              </a:rPr>
              <a:t>đổi một chữ trong title sau khi preview  →  token vô hiệu  →  ApprovalError</a:t>
            </a:r>
          </a:p>
        </p:txBody>
      </p:sp>
      <p:sp>
        <p:nvSpPr>
          <p:cNvPr id="16" name="TextBox 15"/>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Chống dùng một vé xem hàng A rồi mang đi lấy hàng 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Không gửi dry_run thì zod điền mặc định true; server chạy hết 6 bước rồi DỪNG, không ghi gì lên ACC.</a:t>
            </a:r>
          </a:p>
        </p:txBody>
      </p:sp>
      <p:sp>
        <p:nvSpPr>
          <p:cNvPr id="3" name="Title 2"/>
          <p:cNvSpPr>
            <a:spLocks noGrp="1"/>
          </p:cNvSpPr>
          <p:nvPr>
            <p:ph type="title"/>
          </p:nvPr>
        </p:nvSpPr>
        <p:spPr/>
        <p:txBody>
          <a:bodyPr/>
          <a:lstStyle/>
          <a:p>
            <a:pPr algn="l">
              <a:buNone/>
            </a:pPr>
            <a:r>
              <a:rPr sz="2850" b="1">
                <a:solidFill>
                  <a:srgbClr val="111111"/>
                </a:solidFill>
              </a:rPr>
              <a:t>Ví dụ — lượt 1: tạo issue (preview)</a:t>
            </a:r>
          </a:p>
        </p:txBody>
      </p:sp>
      <p:sp>
        <p:nvSpPr>
          <p:cNvPr id="4" name="Rounded Rectangle 3"/>
          <p:cNvSpPr/>
          <p:nvPr/>
        </p:nvSpPr>
        <p:spPr>
          <a:xfrm>
            <a:off x="419100" y="2420000"/>
            <a:ext cx="5300000" cy="470000"/>
          </a:xfrm>
          <a:prstGeom prst="roundRect">
            <a:avLst>
              <a:gd name="adj" fmla="val 12000"/>
            </a:avLst>
          </a:prstGeom>
          <a:solidFill>
            <a:srgbClr val="111111"/>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ctr">
              <a:buNone/>
            </a:pPr>
            <a:r>
              <a:rPr sz="1200" b="1" i="0">
                <a:solidFill>
                  <a:srgbClr val="FFFFFF"/>
                </a:solidFill>
              </a:rPr>
              <a:t>LLM gửi qua stdio</a:t>
            </a:r>
          </a:p>
        </p:txBody>
      </p:sp>
      <p:sp>
        <p:nvSpPr>
          <p:cNvPr id="5" name="Rounded Rectangle 4"/>
          <p:cNvSpPr/>
          <p:nvPr/>
        </p:nvSpPr>
        <p:spPr>
          <a:xfrm>
            <a:off x="419100" y="2926000"/>
            <a:ext cx="5300000" cy="944000"/>
          </a:xfrm>
          <a:prstGeom prst="roundRect">
            <a:avLst>
              <a:gd name="adj" fmla="val 3500"/>
            </a:avLst>
          </a:prstGeom>
          <a:solidFill>
            <a:srgbClr val="FFFFFF"/>
          </a:solidFill>
          <a:ln w="9525">
            <a:solidFill>
              <a:srgbClr val="E8E8E2"/>
            </a:solidFill>
          </a:ln>
          <a:effectLst/>
        </p:spPr>
        <p:style>
          <a:lnRef idx="1">
            <a:schemeClr val="accent1"/>
          </a:lnRef>
          <a:fillRef idx="3">
            <a:schemeClr val="accent1"/>
          </a:fillRef>
          <a:effectRef idx="2">
            <a:schemeClr val="accent1"/>
          </a:effectRef>
          <a:fontRef idx="minor">
            <a:schemeClr val="lt1"/>
          </a:fontRef>
        </p:style>
        <p:txBody>
          <a:bodyPr rtlCol="0" anchor="t" lIns="128016" rIns="80000" tIns="64008" bIns="64008" wrap="square"/>
          <a:lstStyle/>
          <a:p>
            <a:pPr algn="l">
              <a:buNone/>
            </a:pPr>
            <a:r>
              <a:rPr sz="1050" b="0" i="0">
                <a:solidFill>
                  <a:srgbClr val="111111"/>
                </a:solidFill>
                <a:latin typeface="Consolas"/>
              </a:rPr>
              <a:t>{"name":"issues_create","arguments":{</a:t>
            </a:r>
          </a:p>
          <a:p>
            <a:pPr algn="l">
              <a:buNone/>
            </a:pPr>
            <a:r>
              <a:rPr sz="1050" b="0" i="0">
                <a:solidFill>
                  <a:srgbClr val="111111"/>
                </a:solidFill>
                <a:latin typeface="Consolas"/>
              </a:rPr>
              <a:t>  "project_id":"b.5341a615-...",</a:t>
            </a:r>
          </a:p>
          <a:p>
            <a:pPr algn="l">
              <a:buNone/>
            </a:pPr>
            <a:r>
              <a:rPr sz="1050" b="0" i="0">
                <a:solidFill>
                  <a:srgbClr val="111111"/>
                </a:solidFill>
                <a:latin typeface="Consolas"/>
              </a:rPr>
              <a:t>  "title":"Thieu cua chong chay",</a:t>
            </a:r>
          </a:p>
          <a:p>
            <a:pPr algn="l">
              <a:buNone/>
            </a:pPr>
            <a:r>
              <a:rPr sz="1050" b="0" i="0">
                <a:solidFill>
                  <a:srgbClr val="111111"/>
                </a:solidFill>
                <a:latin typeface="Consolas"/>
              </a:rPr>
              <a:t>  "issue_subtype_id":"a1b2..."  }}</a:t>
            </a:r>
          </a:p>
          <a:p>
            <a:pPr algn="l">
              <a:buNone/>
            </a:pPr>
            <a:r>
              <a:rPr sz="1050" b="0" i="0">
                <a:solidFill>
                  <a:srgbClr val="111111"/>
                </a:solidFill>
                <a:latin typeface="Consolas"/>
              </a:rPr>
              <a:t>// khong co dry_run -&gt; mac dinh TRUE</a:t>
            </a:r>
          </a:p>
        </p:txBody>
      </p:sp>
      <p:sp>
        <p:nvSpPr>
          <p:cNvPr id="6" name="Rounded Rectangle 5"/>
          <p:cNvSpPr/>
          <p:nvPr/>
        </p:nvSpPr>
        <p:spPr>
          <a:xfrm>
            <a:off x="6019100" y="2430000"/>
            <a:ext cx="5753800" cy="43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150" b="1" i="0">
                <a:solidFill>
                  <a:srgbClr val="111111"/>
                </a:solidFill>
              </a:rPr>
              <a:t>0. auth mode</a:t>
            </a:r>
          </a:p>
          <a:p>
            <a:pPr algn="ctr">
              <a:spcBef>
                <a:spcPts val="200"/>
              </a:spcBef>
              <a:buNone/>
            </a:pPr>
            <a:r>
              <a:rPr sz="850" b="0" i="0">
                <a:solidFill>
                  <a:srgbClr val="5B5B5B"/>
                </a:solidFill>
              </a:rPr>
              <a:t>ssa|3lo</a:t>
            </a:r>
          </a:p>
        </p:txBody>
      </p:sp>
      <p:sp>
        <p:nvSpPr>
          <p:cNvPr id="7" name="Rounded Rectangle 6"/>
          <p:cNvSpPr/>
          <p:nvPr/>
        </p:nvSpPr>
        <p:spPr>
          <a:xfrm>
            <a:off x="6019100" y="2950000"/>
            <a:ext cx="5753800" cy="43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150" b="1" i="0">
                <a:solidFill>
                  <a:srgbClr val="111111"/>
                </a:solidFill>
              </a:rPr>
              <a:t>1. allow-list</a:t>
            </a:r>
          </a:p>
          <a:p>
            <a:pPr algn="ctr">
              <a:spcBef>
                <a:spcPts val="200"/>
              </a:spcBef>
              <a:buNone/>
            </a:pPr>
            <a:r>
              <a:rPr sz="850" b="0" i="0">
                <a:solidFill>
                  <a:srgbClr val="5B5B5B"/>
                </a:solidFill>
              </a:rPr>
              <a:t>scope dm → check project</a:t>
            </a:r>
          </a:p>
        </p:txBody>
      </p:sp>
      <p:sp>
        <p:nvSpPr>
          <p:cNvPr id="8" name="Rounded Rectangle 7"/>
          <p:cNvSpPr/>
          <p:nvPr/>
        </p:nvSpPr>
        <p:spPr>
          <a:xfrm>
            <a:off x="6019100" y="3470000"/>
            <a:ext cx="5753800" cy="43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150" b="1" i="0">
                <a:solidFill>
                  <a:srgbClr val="111111"/>
                </a:solidFill>
              </a:rPr>
              <a:t>2-3. readonly + rate</a:t>
            </a:r>
          </a:p>
          <a:p>
            <a:pPr algn="ctr">
              <a:spcBef>
                <a:spcPts val="200"/>
              </a:spcBef>
              <a:buNone/>
            </a:pPr>
            <a:r>
              <a:rPr sz="850" b="0" i="0">
                <a:solidFill>
                  <a:srgbClr val="5B5B5B"/>
                </a:solidFill>
              </a:rPr>
              <a:t>≤50/project/giờ</a:t>
            </a:r>
          </a:p>
        </p:txBody>
      </p:sp>
      <p:sp>
        <p:nvSpPr>
          <p:cNvPr id="9" name="Rounded Rectangle 8"/>
          <p:cNvSpPr/>
          <p:nvPr/>
        </p:nvSpPr>
        <p:spPr>
          <a:xfrm>
            <a:off x="6019100" y="3990000"/>
            <a:ext cx="5753800" cy="43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150" b="1" i="0">
                <a:solidFill>
                  <a:srgbClr val="111111"/>
                </a:solidFill>
              </a:rPr>
              <a:t>4. business rules</a:t>
            </a:r>
          </a:p>
          <a:p>
            <a:pPr algn="ctr">
              <a:spcBef>
                <a:spcPts val="200"/>
              </a:spcBef>
              <a:buNone/>
            </a:pPr>
            <a:r>
              <a:rPr sz="850" b="0" i="0">
                <a:solidFill>
                  <a:srgbClr val="5B5B5B"/>
                </a:solidFill>
              </a:rPr>
              <a:t>cục bộ, chưa gọi APS</a:t>
            </a:r>
          </a:p>
        </p:txBody>
      </p:sp>
      <p:sp>
        <p:nvSpPr>
          <p:cNvPr id="10" name="Rounded Rectangle 9"/>
          <p:cNvSpPr/>
          <p:nvPr/>
        </p:nvSpPr>
        <p:spPr>
          <a:xfrm>
            <a:off x="6019100" y="4510000"/>
            <a:ext cx="5753800" cy="430000"/>
          </a:xfrm>
          <a:prstGeom prst="roundRect">
            <a:avLst>
              <a:gd name="adj" fmla="val 8000"/>
            </a:avLst>
          </a:prstGeom>
          <a:solidFill>
            <a:srgbClr val="FFF0D4"/>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150" b="1" i="0">
                <a:solidFill>
                  <a:srgbClr val="111111"/>
                </a:solidFill>
              </a:rPr>
              <a:t>5. buildPreview</a:t>
            </a:r>
          </a:p>
          <a:p>
            <a:pPr algn="ctr">
              <a:spcBef>
                <a:spcPts val="200"/>
              </a:spcBef>
              <a:buNone/>
            </a:pPr>
            <a:r>
              <a:rPr sz="850" b="0" i="0">
                <a:solidFill>
                  <a:srgbClr val="5B5B5B"/>
                </a:solidFill>
              </a:rPr>
              <a:t>CÓ gọi APS: kiểm subtype có thật</a:t>
            </a:r>
          </a:p>
        </p:txBody>
      </p:sp>
      <p:sp>
        <p:nvSpPr>
          <p:cNvPr id="11" name="Rounded Rectangle 10"/>
          <p:cNvSpPr/>
          <p:nvPr/>
        </p:nvSpPr>
        <p:spPr>
          <a:xfrm>
            <a:off x="6019100" y="5030000"/>
            <a:ext cx="5753800" cy="43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150" b="1" i="0">
                <a:solidFill>
                  <a:srgbClr val="111111"/>
                </a:solidFill>
              </a:rPr>
              <a:t>6. dry_run → DỪNG</a:t>
            </a:r>
          </a:p>
          <a:p>
            <a:pPr algn="ctr">
              <a:spcBef>
                <a:spcPts val="200"/>
              </a:spcBef>
              <a:buNone/>
            </a:pPr>
            <a:r>
              <a:rPr sz="850" b="0" i="0">
                <a:solidFill>
                  <a:srgbClr val="5B5B5B"/>
                </a:solidFill>
              </a:rPr>
              <a:t>cấp token, audit 'preview'</a:t>
            </a:r>
          </a:p>
        </p:txBody>
      </p:sp>
      <p:sp>
        <p:nvSpPr>
          <p:cNvPr id="12" name="Rounded Rectangle 11"/>
          <p:cNvSpPr/>
          <p:nvPr/>
        </p:nvSpPr>
        <p:spPr>
          <a:xfrm>
            <a:off x="419100" y="4020000"/>
            <a:ext cx="5300000" cy="470000"/>
          </a:xfrm>
          <a:prstGeom prst="roundRect">
            <a:avLst>
              <a:gd name="adj" fmla="val 12000"/>
            </a:avLst>
          </a:prstGeom>
          <a:solidFill>
            <a:srgbClr val="111111"/>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ctr">
              <a:buNone/>
            </a:pPr>
            <a:r>
              <a:rPr sz="1200" b="1" i="0">
                <a:solidFill>
                  <a:srgbClr val="FFFFFF"/>
                </a:solidFill>
              </a:rPr>
              <a:t>audit-2026-07-17.jsonl</a:t>
            </a:r>
          </a:p>
        </p:txBody>
      </p:sp>
      <p:sp>
        <p:nvSpPr>
          <p:cNvPr id="13" name="Rounded Rectangle 12"/>
          <p:cNvSpPr/>
          <p:nvPr/>
        </p:nvSpPr>
        <p:spPr>
          <a:xfrm>
            <a:off x="419100" y="4526000"/>
            <a:ext cx="5300000" cy="644000"/>
          </a:xfrm>
          <a:prstGeom prst="roundRect">
            <a:avLst>
              <a:gd name="adj" fmla="val 3500"/>
            </a:avLst>
          </a:prstGeom>
          <a:solidFill>
            <a:srgbClr val="FFFFFF"/>
          </a:solidFill>
          <a:ln w="9525">
            <a:solidFill>
              <a:srgbClr val="E8E8E2"/>
            </a:solidFill>
          </a:ln>
          <a:effectLst/>
        </p:spPr>
        <p:style>
          <a:lnRef idx="1">
            <a:schemeClr val="accent1"/>
          </a:lnRef>
          <a:fillRef idx="3">
            <a:schemeClr val="accent1"/>
          </a:fillRef>
          <a:effectRef idx="2">
            <a:schemeClr val="accent1"/>
          </a:effectRef>
          <a:fontRef idx="minor">
            <a:schemeClr val="lt1"/>
          </a:fontRef>
        </p:style>
        <p:txBody>
          <a:bodyPr rtlCol="0" anchor="t" lIns="128016" rIns="80000" tIns="64008" bIns="64008" wrap="square"/>
          <a:lstStyle/>
          <a:p>
            <a:pPr algn="l">
              <a:buNone/>
            </a:pPr>
            <a:r>
              <a:rPr sz="1050" b="0" i="0">
                <a:solidFill>
                  <a:srgbClr val="111111"/>
                </a:solidFill>
                <a:latin typeface="Consolas"/>
              </a:rPr>
              <a:t>{"stage":"preview","tool":"issues_create",</a:t>
            </a:r>
          </a:p>
          <a:p>
            <a:pPr algn="l">
              <a:buNone/>
            </a:pPr>
            <a:r>
              <a:rPr sz="1050" b="0" i="0">
                <a:solidFill>
                  <a:srgbClr val="111111"/>
                </a:solidFill>
                <a:latin typeface="Consolas"/>
              </a:rPr>
              <a:t> "output_summary":{"approval_token_fp":</a:t>
            </a:r>
          </a:p>
          <a:p>
            <a:pPr algn="l">
              <a:buNone/>
            </a:pPr>
            <a:r>
              <a:rPr sz="1050" b="0" i="0">
                <a:solidFill>
                  <a:srgbClr val="111111"/>
                </a:solidFill>
                <a:latin typeface="Consolas"/>
              </a:rPr>
              <a:t>   "ae7c28e1c18691be"}}</a:t>
            </a:r>
          </a:p>
          <a:p>
            <a:pPr algn="l">
              <a:buNone/>
            </a:pPr>
            <a:r>
              <a:rPr sz="1050" b="0" i="0">
                <a:solidFill>
                  <a:srgbClr val="111111"/>
                </a:solidFill>
                <a:latin typeface="Consolas"/>
              </a:rPr>
              <a:t>// fingerprint — KHONG phai token song</a:t>
            </a:r>
          </a:p>
        </p:txBody>
      </p:sp>
      <p:sp>
        <p:nvSpPr>
          <p:cNvPr id="14" name="TextBox 13"/>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Bước 5 là bước duy nhất gọi APS ở lượt này — để kiểm issue_subtype_id có thật và đang active.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Chạy lại TOÀN BỘ các cổng, rồi mới kiểm token — vì input có thể đã đổi giữa hai lượt.</a:t>
            </a:r>
          </a:p>
        </p:txBody>
      </p:sp>
      <p:sp>
        <p:nvSpPr>
          <p:cNvPr id="3" name="Title 2"/>
          <p:cNvSpPr>
            <a:spLocks noGrp="1"/>
          </p:cNvSpPr>
          <p:nvPr>
            <p:ph type="title"/>
          </p:nvPr>
        </p:nvSpPr>
        <p:spPr/>
        <p:txBody>
          <a:bodyPr/>
          <a:lstStyle/>
          <a:p>
            <a:pPr algn="l">
              <a:buNone/>
            </a:pPr>
            <a:r>
              <a:rPr sz="2850" b="1">
                <a:solidFill>
                  <a:srgbClr val="111111"/>
                </a:solidFill>
              </a:rPr>
              <a:t>Ví dụ — lượt 2: thực thi</a:t>
            </a:r>
          </a:p>
        </p:txBody>
      </p:sp>
      <p:sp>
        <p:nvSpPr>
          <p:cNvPr id="4" name="Rounded Rectangle 3"/>
          <p:cNvSpPr/>
          <p:nvPr/>
        </p:nvSpPr>
        <p:spPr>
          <a:xfrm>
            <a:off x="419100" y="2500000"/>
            <a:ext cx="2062760" cy="135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50" b="1" i="0">
                <a:solidFill>
                  <a:srgbClr val="111111"/>
                </a:solidFill>
              </a:rPr>
              <a:t>1-5. chạy lại hết</a:t>
            </a:r>
          </a:p>
          <a:p>
            <a:pPr algn="ctr">
              <a:spcBef>
                <a:spcPts val="200"/>
              </a:spcBef>
              <a:buNone/>
            </a:pPr>
            <a:r>
              <a:rPr sz="900" b="0" i="0">
                <a:solidFill>
                  <a:srgbClr val="5B5B5B"/>
                </a:solidFill>
              </a:rPr>
              <a:t>allow-list, rate, rules, preview</a:t>
            </a:r>
          </a:p>
        </p:txBody>
      </p:sp>
      <p:sp>
        <p:nvSpPr>
          <p:cNvPr id="5" name="Rounded Rectangle 4"/>
          <p:cNvSpPr/>
          <p:nvPr/>
        </p:nvSpPr>
        <p:spPr>
          <a:xfrm>
            <a:off x="2741860" y="2500000"/>
            <a:ext cx="2062760" cy="135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50" b="1" i="0">
                <a:solidFill>
                  <a:srgbClr val="111111"/>
                </a:solidFill>
              </a:rPr>
              <a:t>6b. idempotency</a:t>
            </a:r>
          </a:p>
          <a:p>
            <a:pPr algn="ctr">
              <a:spcBef>
                <a:spcPts val="200"/>
              </a:spcBef>
              <a:buNone/>
            </a:pPr>
            <a:r>
              <a:rPr sz="900" b="0" i="0">
                <a:solidFill>
                  <a:srgbClr val="5B5B5B"/>
                </a:solidFill>
              </a:rPr>
              <a:t>key cũ + payload cũ → trả cache
không gọi APS lần 2</a:t>
            </a:r>
          </a:p>
        </p:txBody>
      </p:sp>
      <p:sp>
        <p:nvSpPr>
          <p:cNvPr id="6" name="Rounded Rectangle 5"/>
          <p:cNvSpPr/>
          <p:nvPr/>
        </p:nvSpPr>
        <p:spPr>
          <a:xfrm>
            <a:off x="5064620" y="2500000"/>
            <a:ext cx="2062760" cy="1350000"/>
          </a:xfrm>
          <a:prstGeom prst="roundRect">
            <a:avLst>
              <a:gd name="adj" fmla="val 8000"/>
            </a:avLst>
          </a:prstGeom>
          <a:solidFill>
            <a:srgbClr val="FFF0D4"/>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50" b="1" i="0">
                <a:solidFill>
                  <a:srgbClr val="111111"/>
                </a:solidFill>
              </a:rPr>
              <a:t>7. kiểm token</a:t>
            </a:r>
          </a:p>
          <a:p>
            <a:pPr algn="ctr">
              <a:spcBef>
                <a:spcPts val="200"/>
              </a:spcBef>
              <a:buNone/>
            </a:pPr>
            <a:r>
              <a:rPr sz="900" b="0" i="0">
                <a:solidFill>
                  <a:srgbClr val="5B5B5B"/>
                </a:solidFill>
              </a:rPr>
              <a:t>hết hạn / payload đổi → từ chối</a:t>
            </a:r>
          </a:p>
        </p:txBody>
      </p:sp>
      <p:sp>
        <p:nvSpPr>
          <p:cNvPr id="7" name="Rounded Rectangle 6"/>
          <p:cNvSpPr/>
          <p:nvPr/>
        </p:nvSpPr>
        <p:spPr>
          <a:xfrm>
            <a:off x="7387380" y="2500000"/>
            <a:ext cx="2062760" cy="135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50" b="1" i="0">
                <a:solidFill>
                  <a:srgbClr val="111111"/>
                </a:solidFill>
              </a:rPr>
              <a:t>8. EXECUTE</a:t>
            </a:r>
          </a:p>
          <a:p>
            <a:pPr algn="ctr">
              <a:spcBef>
                <a:spcPts val="200"/>
              </a:spcBef>
              <a:buNone/>
            </a:pPr>
            <a:r>
              <a:rPr sz="900" b="0" i="0">
                <a:solidFill>
                  <a:srgbClr val="5B5B5B"/>
                </a:solidFill>
              </a:rPr>
              <a:t>POST thật lên ACC</a:t>
            </a:r>
          </a:p>
        </p:txBody>
      </p:sp>
      <p:sp>
        <p:nvSpPr>
          <p:cNvPr id="8" name="Rounded Rectangle 7"/>
          <p:cNvSpPr/>
          <p:nvPr/>
        </p:nvSpPr>
        <p:spPr>
          <a:xfrm>
            <a:off x="9710140" y="2500000"/>
            <a:ext cx="2062760" cy="135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50" b="1" i="0">
                <a:solidFill>
                  <a:srgbClr val="111111"/>
                </a:solidFill>
              </a:rPr>
              <a:t>9. audit</a:t>
            </a:r>
          </a:p>
          <a:p>
            <a:pPr algn="ctr">
              <a:spcBef>
                <a:spcPts val="200"/>
              </a:spcBef>
              <a:buNone/>
            </a:pPr>
            <a:r>
              <a:rPr sz="900" b="0" i="0">
                <a:solidFill>
                  <a:srgbClr val="5B5B5B"/>
                </a:solidFill>
              </a:rPr>
              <a:t>stage: executed</a:t>
            </a:r>
          </a:p>
        </p:txBody>
      </p:sp>
      <p:sp>
        <p:nvSpPr>
          <p:cNvPr id="9" name="Right Arrow 8"/>
          <p:cNvSpPr/>
          <p:nvPr/>
        </p:nvSpPr>
        <p:spPr>
          <a:xfrm>
            <a:off x="2506860" y="3060000"/>
            <a:ext cx="210000" cy="230000"/>
          </a:xfrm>
          <a:prstGeom prst="right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4829620" y="3060000"/>
            <a:ext cx="210000" cy="230000"/>
          </a:xfrm>
          <a:prstGeom prst="right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7152380" y="3060000"/>
            <a:ext cx="210000" cy="230000"/>
          </a:xfrm>
          <a:prstGeom prst="right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9475140" y="3060000"/>
            <a:ext cx="210000" cy="230000"/>
          </a:xfrm>
          <a:prstGeom prst="right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9100" y="4100000"/>
            <a:ext cx="5546900" cy="100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Token bị XOÁ ngay khi dùng  (approval.ts:67)</a:t>
            </a:r>
          </a:p>
          <a:p>
            <a:pPr algn="ctr">
              <a:spcBef>
                <a:spcPts val="200"/>
              </a:spcBef>
              <a:buNone/>
            </a:pPr>
            <a:r>
              <a:rPr sz="1000" b="0" i="0">
                <a:solidFill>
                  <a:srgbClr val="5B5B5B"/>
                </a:solidFill>
              </a:rPr>
              <a:t>dùng lại lần hai → denied_approval, không phải failed_api</a:t>
            </a:r>
          </a:p>
        </p:txBody>
      </p:sp>
      <p:sp>
        <p:nvSpPr>
          <p:cNvPr id="14" name="Rounded Rectangle 13"/>
          <p:cNvSpPr/>
          <p:nvPr/>
        </p:nvSpPr>
        <p:spPr>
          <a:xfrm>
            <a:off x="6226000" y="4100000"/>
            <a:ext cx="5546900" cy="1000000"/>
          </a:xfrm>
          <a:prstGeom prst="roundRect">
            <a:avLst>
              <a:gd name="adj" fmla="val 8000"/>
            </a:avLst>
          </a:prstGeom>
          <a:solidFill>
            <a:srgbClr val="FFF0D4"/>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APS trả 500  →  outcome_unknown</a:t>
            </a:r>
          </a:p>
          <a:p>
            <a:pPr algn="ctr">
              <a:spcBef>
                <a:spcPts val="200"/>
              </a:spcBef>
              <a:buNone/>
            </a:pPr>
            <a:r>
              <a:rPr sz="1000" b="0" i="0">
                <a:solidFill>
                  <a:srgbClr val="5B5B5B"/>
                </a:solidFill>
              </a:rPr>
              <a:t>POST đã bay đi rồi: ACC CÓ THỂ đã tạo issue trước khi lỗi</a:t>
            </a:r>
          </a:p>
        </p:txBody>
      </p:sp>
      <p:sp>
        <p:nvSpPr>
          <p:cNvPr id="15" name="TextBox 14"/>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Ghi 'thất bại' khi không biết kết quả là nói sai sự thật cho người đọc log sau này.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Mỗi dòng chứa hash của dòng trước — sửa một dòng giữa thì mọi dòng sau đều sai theo.</a:t>
            </a:r>
          </a:p>
        </p:txBody>
      </p:sp>
      <p:sp>
        <p:nvSpPr>
          <p:cNvPr id="3" name="Title 2"/>
          <p:cNvSpPr>
            <a:spLocks noGrp="1"/>
          </p:cNvSpPr>
          <p:nvPr>
            <p:ph type="title"/>
          </p:nvPr>
        </p:nvSpPr>
        <p:spPr/>
        <p:txBody>
          <a:bodyPr/>
          <a:lstStyle/>
          <a:p>
            <a:pPr algn="l">
              <a:buNone/>
            </a:pPr>
            <a:r>
              <a:rPr sz="2850" b="1">
                <a:solidFill>
                  <a:srgbClr val="111111"/>
                </a:solidFill>
              </a:rPr>
              <a:t>Hash chain là gì?</a:t>
            </a:r>
          </a:p>
        </p:txBody>
      </p:sp>
      <p:sp>
        <p:nvSpPr>
          <p:cNvPr id="4" name="Rounded Rectangle 3"/>
          <p:cNvSpPr/>
          <p:nvPr/>
        </p:nvSpPr>
        <p:spPr>
          <a:xfrm>
            <a:off x="619100" y="2720000"/>
            <a:ext cx="2500000" cy="110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400" b="1" i="0">
                <a:solidFill>
                  <a:srgbClr val="111111"/>
                </a:solidFill>
              </a:rPr>
              <a:t>Entry 1</a:t>
            </a:r>
          </a:p>
          <a:p>
            <a:pPr algn="ctr">
              <a:spcBef>
                <a:spcPts val="200"/>
              </a:spcBef>
              <a:buNone/>
            </a:pPr>
            <a:r>
              <a:rPr sz="1000" b="0" i="0">
                <a:solidFill>
                  <a:srgbClr val="5B5B5B"/>
                </a:solidFill>
              </a:rPr>
              <a:t>prev: genesis
this: a3f...</a:t>
            </a:r>
          </a:p>
        </p:txBody>
      </p:sp>
      <p:sp>
        <p:nvSpPr>
          <p:cNvPr id="5" name="Rounded Rectangle 4"/>
          <p:cNvSpPr/>
          <p:nvPr/>
        </p:nvSpPr>
        <p:spPr>
          <a:xfrm>
            <a:off x="4696000" y="2720000"/>
            <a:ext cx="2500000" cy="110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400" b="1" i="0">
                <a:solidFill>
                  <a:srgbClr val="111111"/>
                </a:solidFill>
              </a:rPr>
              <a:t>Entry 2</a:t>
            </a:r>
          </a:p>
          <a:p>
            <a:pPr algn="ctr">
              <a:spcBef>
                <a:spcPts val="200"/>
              </a:spcBef>
              <a:buNone/>
            </a:pPr>
            <a:r>
              <a:rPr sz="1000" b="0" i="0">
                <a:solidFill>
                  <a:srgbClr val="5B5B5B"/>
                </a:solidFill>
              </a:rPr>
              <a:t>prev: a3f...
this: 7c2...</a:t>
            </a:r>
          </a:p>
        </p:txBody>
      </p:sp>
      <p:sp>
        <p:nvSpPr>
          <p:cNvPr id="6" name="Rounded Rectangle 5"/>
          <p:cNvSpPr/>
          <p:nvPr/>
        </p:nvSpPr>
        <p:spPr>
          <a:xfrm>
            <a:off x="8772900" y="2720000"/>
            <a:ext cx="2500000" cy="110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400" b="1" i="0">
                <a:solidFill>
                  <a:srgbClr val="111111"/>
                </a:solidFill>
              </a:rPr>
              <a:t>Entry 3</a:t>
            </a:r>
          </a:p>
          <a:p>
            <a:pPr algn="ctr">
              <a:spcBef>
                <a:spcPts val="200"/>
              </a:spcBef>
              <a:buNone/>
            </a:pPr>
            <a:r>
              <a:rPr sz="1000" b="0" i="0">
                <a:solidFill>
                  <a:srgbClr val="5B5B5B"/>
                </a:solidFill>
              </a:rPr>
              <a:t>prev: 7c2...
this: 91b...</a:t>
            </a:r>
          </a:p>
        </p:txBody>
      </p:sp>
      <p:sp>
        <p:nvSpPr>
          <p:cNvPr id="7" name="Right Arrow 6"/>
          <p:cNvSpPr/>
          <p:nvPr/>
        </p:nvSpPr>
        <p:spPr>
          <a:xfrm>
            <a:off x="3802550" y="3155000"/>
            <a:ext cx="210000" cy="230000"/>
          </a:xfrm>
          <a:prstGeom prst="right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7879450" y="3155000"/>
            <a:ext cx="210000" cy="230000"/>
          </a:xfrm>
          <a:prstGeom prst="rightArrow">
            <a:avLst/>
          </a:prstGeom>
          <a:solidFill>
            <a:srgbClr val="5B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9100" y="4170000"/>
            <a:ext cx="11353800" cy="470000"/>
          </a:xfrm>
          <a:prstGeom prst="roundRect">
            <a:avLst>
              <a:gd name="adj" fmla="val 12000"/>
            </a:avLst>
          </a:prstGeom>
          <a:solidFill>
            <a:srgbClr val="111111"/>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ctr">
              <a:buNone/>
            </a:pPr>
            <a:r>
              <a:rPr sz="1200" b="1" i="0">
                <a:solidFill>
                  <a:srgbClr val="FFFFFF"/>
                </a:solidFill>
              </a:rPr>
              <a:t>src/safety/hash-chain.ts:4-13</a:t>
            </a:r>
          </a:p>
        </p:txBody>
      </p:sp>
      <p:sp>
        <p:nvSpPr>
          <p:cNvPr id="10" name="Rounded Rectangle 9"/>
          <p:cNvSpPr/>
          <p:nvPr/>
        </p:nvSpPr>
        <p:spPr>
          <a:xfrm>
            <a:off x="419100" y="4676000"/>
            <a:ext cx="11353800" cy="744000"/>
          </a:xfrm>
          <a:prstGeom prst="roundRect">
            <a:avLst>
              <a:gd name="adj" fmla="val 3500"/>
            </a:avLst>
          </a:prstGeom>
          <a:solidFill>
            <a:srgbClr val="FFFFFF"/>
          </a:solidFill>
          <a:ln w="9525">
            <a:solidFill>
              <a:srgbClr val="E8E8E2"/>
            </a:solidFill>
          </a:ln>
          <a:effectLst/>
        </p:spPr>
        <p:style>
          <a:lnRef idx="1">
            <a:schemeClr val="accent1"/>
          </a:lnRef>
          <a:fillRef idx="3">
            <a:schemeClr val="accent1"/>
          </a:fillRef>
          <a:effectRef idx="2">
            <a:schemeClr val="accent1"/>
          </a:effectRef>
          <a:fontRef idx="minor">
            <a:schemeClr val="lt1"/>
          </a:fontRef>
        </p:style>
        <p:txBody>
          <a:bodyPr rtlCol="0" anchor="t" lIns="128016" rIns="80000" tIns="64008" bIns="64008" wrap="square"/>
          <a:lstStyle/>
          <a:p>
            <a:pPr algn="l">
              <a:buNone/>
            </a:pPr>
            <a:r>
              <a:rPr sz="1050" b="0" i="0">
                <a:solidFill>
                  <a:srgbClr val="111111"/>
                </a:solidFill>
                <a:latin typeface="Consolas"/>
              </a:rPr>
              <a:t>this_hash = sha256( prev_hash + canonical_json(entry) )</a:t>
            </a:r>
          </a:p>
          <a:p>
            <a:pPr algn="l">
              <a:buNone/>
            </a:pPr>
            <a:r>
              <a:rPr sz="1050" b="0" i="0">
                <a:solidFill>
                  <a:srgbClr val="111111"/>
                </a:solidFill>
                <a:latin typeface="Consolas"/>
              </a:rPr>
              <a:t/>
            </a:r>
          </a:p>
          <a:p>
            <a:pPr algn="l">
              <a:buNone/>
            </a:pPr>
            <a:r>
              <a:rPr sz="1050" b="0" i="0">
                <a:solidFill>
                  <a:srgbClr val="111111"/>
                </a:solidFill>
                <a:latin typeface="Consolas"/>
              </a:rPr>
              <a:t>// canonical = SORT KEY truoc khi stringify (hash-chain.ts:6-10)</a:t>
            </a:r>
          </a:p>
          <a:p>
            <a:pPr algn="l">
              <a:buNone/>
            </a:pPr>
            <a:r>
              <a:rPr sz="1050" b="0" i="0">
                <a:solidFill>
                  <a:srgbClr val="111111"/>
                </a:solidFill>
                <a:latin typeface="Consolas"/>
              </a:rPr>
              <a:t>// khong sort -&gt; cung object, khac thu tu key -&gt; khac hash</a:t>
            </a:r>
          </a:p>
        </p:txBody>
      </p:sp>
      <p:sp>
        <p:nvSpPr>
          <p:cNvPr id="11" name="TextBox 10"/>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verifyChain kiểm HAI điều kiện — điều kiện thứ hai mới là cái bắt được XOÁ dòng.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Mọi nhánh kết thúc đều ghi một dòng — kể cả các nhánh bị TỪ CHỐI, đó mới là phần có giá trị kiểm toán.</a:t>
            </a:r>
          </a:p>
        </p:txBody>
      </p:sp>
      <p:sp>
        <p:nvSpPr>
          <p:cNvPr id="3" name="Title 2"/>
          <p:cNvSpPr>
            <a:spLocks noGrp="1"/>
          </p:cNvSpPr>
          <p:nvPr>
            <p:ph type="title"/>
          </p:nvPr>
        </p:nvSpPr>
        <p:spPr/>
        <p:txBody>
          <a:bodyPr/>
          <a:lstStyle/>
          <a:p>
            <a:pPr algn="l">
              <a:buNone/>
            </a:pPr>
            <a:r>
              <a:rPr sz="2850" b="1">
                <a:solidFill>
                  <a:srgbClr val="111111"/>
                </a:solidFill>
              </a:rPr>
              <a:t>Cuốn sổ trong project này</a:t>
            </a:r>
          </a:p>
        </p:txBody>
      </p:sp>
      <p:sp>
        <p:nvSpPr>
          <p:cNvPr id="4" name="Rounded Rectangle 3"/>
          <p:cNvSpPr/>
          <p:nvPr/>
        </p:nvSpPr>
        <p:spPr>
          <a:xfrm>
            <a:off x="419100" y="2460000"/>
            <a:ext cx="2643450" cy="78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00" b="1" i="0">
                <a:solidFill>
                  <a:srgbClr val="111111"/>
                </a:solidFill>
              </a:rPr>
              <a:t>executed</a:t>
            </a:r>
          </a:p>
          <a:p>
            <a:pPr algn="ctr">
              <a:spcBef>
                <a:spcPts val="200"/>
              </a:spcBef>
              <a:buNone/>
            </a:pPr>
            <a:r>
              <a:rPr sz="900" b="0" i="0">
                <a:solidFill>
                  <a:srgbClr val="5B5B5B"/>
                </a:solidFill>
              </a:rPr>
              <a:t>đã làm thật</a:t>
            </a:r>
          </a:p>
        </p:txBody>
      </p:sp>
      <p:sp>
        <p:nvSpPr>
          <p:cNvPr id="5" name="Rounded Rectangle 4"/>
          <p:cNvSpPr/>
          <p:nvPr/>
        </p:nvSpPr>
        <p:spPr>
          <a:xfrm>
            <a:off x="3322550" y="2460000"/>
            <a:ext cx="2643450" cy="78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00" b="1" i="0">
                <a:solidFill>
                  <a:srgbClr val="111111"/>
                </a:solidFill>
              </a:rPr>
              <a:t>preview</a:t>
            </a:r>
          </a:p>
          <a:p>
            <a:pPr algn="ctr">
              <a:spcBef>
                <a:spcPts val="200"/>
              </a:spcBef>
              <a:buNone/>
            </a:pPr>
            <a:r>
              <a:rPr sz="900" b="0" i="0">
                <a:solidFill>
                  <a:srgbClr val="5B5B5B"/>
                </a:solidFill>
              </a:rPr>
              <a:t>mới xem trước</a:t>
            </a:r>
          </a:p>
        </p:txBody>
      </p:sp>
      <p:sp>
        <p:nvSpPr>
          <p:cNvPr id="6" name="Rounded Rectangle 5"/>
          <p:cNvSpPr/>
          <p:nvPr/>
        </p:nvSpPr>
        <p:spPr>
          <a:xfrm>
            <a:off x="6226000" y="2460000"/>
            <a:ext cx="2643450" cy="78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00" b="1" i="0">
                <a:solidFill>
                  <a:srgbClr val="111111"/>
                </a:solidFill>
              </a:rPr>
              <a:t>idempotent_replay</a:t>
            </a:r>
          </a:p>
          <a:p>
            <a:pPr algn="ctr">
              <a:spcBef>
                <a:spcPts val="200"/>
              </a:spcBef>
              <a:buNone/>
            </a:pPr>
            <a:r>
              <a:rPr sz="900" b="0" i="0">
                <a:solidFill>
                  <a:srgbClr val="5B5B5B"/>
                </a:solidFill>
              </a:rPr>
              <a:t>trả cache, không gọi APS</a:t>
            </a:r>
          </a:p>
        </p:txBody>
      </p:sp>
      <p:sp>
        <p:nvSpPr>
          <p:cNvPr id="7" name="Rounded Rectangle 6"/>
          <p:cNvSpPr/>
          <p:nvPr/>
        </p:nvSpPr>
        <p:spPr>
          <a:xfrm>
            <a:off x="9129450" y="2460000"/>
            <a:ext cx="2643450" cy="780000"/>
          </a:xfrm>
          <a:prstGeom prst="roundRect">
            <a:avLst>
              <a:gd name="adj" fmla="val 8000"/>
            </a:avLst>
          </a:prstGeom>
          <a:solidFill>
            <a:srgbClr val="FFF0D4"/>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00" b="1" i="0">
                <a:solidFill>
                  <a:srgbClr val="111111"/>
                </a:solidFill>
              </a:rPr>
              <a:t>outcome_unknown</a:t>
            </a:r>
          </a:p>
          <a:p>
            <a:pPr algn="ctr">
              <a:spcBef>
                <a:spcPts val="200"/>
              </a:spcBef>
              <a:buNone/>
            </a:pPr>
            <a:r>
              <a:rPr sz="900" b="0" i="0">
                <a:solidFill>
                  <a:srgbClr val="5B5B5B"/>
                </a:solidFill>
              </a:rPr>
              <a:t>không biết kết quả</a:t>
            </a:r>
          </a:p>
        </p:txBody>
      </p:sp>
      <p:sp>
        <p:nvSpPr>
          <p:cNvPr id="8" name="Rounded Rectangle 7"/>
          <p:cNvSpPr/>
          <p:nvPr/>
        </p:nvSpPr>
        <p:spPr>
          <a:xfrm>
            <a:off x="419100" y="3380000"/>
            <a:ext cx="2643450" cy="56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150" b="1" i="0">
                <a:solidFill>
                  <a:srgbClr val="111111"/>
                </a:solidFill>
              </a:rPr>
              <a:t>denied_allowlist</a:t>
            </a:r>
          </a:p>
        </p:txBody>
      </p:sp>
      <p:sp>
        <p:nvSpPr>
          <p:cNvPr id="9" name="Rounded Rectangle 8"/>
          <p:cNvSpPr/>
          <p:nvPr/>
        </p:nvSpPr>
        <p:spPr>
          <a:xfrm>
            <a:off x="3322550" y="3380000"/>
            <a:ext cx="2643450" cy="56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150" b="1" i="0">
                <a:solidFill>
                  <a:srgbClr val="111111"/>
                </a:solidFill>
              </a:rPr>
              <a:t>denied_readonly</a:t>
            </a:r>
          </a:p>
        </p:txBody>
      </p:sp>
      <p:sp>
        <p:nvSpPr>
          <p:cNvPr id="10" name="Rounded Rectangle 9"/>
          <p:cNvSpPr/>
          <p:nvPr/>
        </p:nvSpPr>
        <p:spPr>
          <a:xfrm>
            <a:off x="6226000" y="3380000"/>
            <a:ext cx="2643450" cy="56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150" b="1" i="0">
                <a:solidFill>
                  <a:srgbClr val="111111"/>
                </a:solidFill>
              </a:rPr>
              <a:t>denied_rate_limit</a:t>
            </a:r>
          </a:p>
        </p:txBody>
      </p:sp>
      <p:sp>
        <p:nvSpPr>
          <p:cNvPr id="11" name="Rounded Rectangle 10"/>
          <p:cNvSpPr/>
          <p:nvPr/>
        </p:nvSpPr>
        <p:spPr>
          <a:xfrm>
            <a:off x="9129450" y="3380000"/>
            <a:ext cx="2643450" cy="56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150" b="1" i="0">
                <a:solidFill>
                  <a:srgbClr val="111111"/>
                </a:solidFill>
              </a:rPr>
              <a:t>denied_auth_mode</a:t>
            </a:r>
          </a:p>
        </p:txBody>
      </p:sp>
      <p:sp>
        <p:nvSpPr>
          <p:cNvPr id="12" name="Rounded Rectangle 11"/>
          <p:cNvSpPr/>
          <p:nvPr/>
        </p:nvSpPr>
        <p:spPr>
          <a:xfrm>
            <a:off x="419100" y="4040000"/>
            <a:ext cx="2643450" cy="56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150" b="1" i="0">
                <a:solidFill>
                  <a:srgbClr val="111111"/>
                </a:solidFill>
              </a:rPr>
              <a:t>denied_approval</a:t>
            </a:r>
          </a:p>
        </p:txBody>
      </p:sp>
      <p:sp>
        <p:nvSpPr>
          <p:cNvPr id="13" name="Rounded Rectangle 12"/>
          <p:cNvSpPr/>
          <p:nvPr/>
        </p:nvSpPr>
        <p:spPr>
          <a:xfrm>
            <a:off x="3322550" y="4040000"/>
            <a:ext cx="2643450" cy="56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150" b="1" i="0">
                <a:solidFill>
                  <a:srgbClr val="111111"/>
                </a:solidFill>
              </a:rPr>
              <a:t>denied_missing_approval</a:t>
            </a:r>
          </a:p>
        </p:txBody>
      </p:sp>
      <p:sp>
        <p:nvSpPr>
          <p:cNvPr id="14" name="Rounded Rectangle 13"/>
          <p:cNvSpPr/>
          <p:nvPr/>
        </p:nvSpPr>
        <p:spPr>
          <a:xfrm>
            <a:off x="6226000" y="4040000"/>
            <a:ext cx="2643450" cy="56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150" b="1" i="0">
                <a:solidFill>
                  <a:srgbClr val="111111"/>
                </a:solidFill>
              </a:rPr>
              <a:t>denied_business_rule</a:t>
            </a:r>
          </a:p>
        </p:txBody>
      </p:sp>
      <p:sp>
        <p:nvSpPr>
          <p:cNvPr id="15" name="Rounded Rectangle 14"/>
          <p:cNvSpPr/>
          <p:nvPr/>
        </p:nvSpPr>
        <p:spPr>
          <a:xfrm>
            <a:off x="9129450" y="4040000"/>
            <a:ext cx="2643450" cy="56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150" b="1" i="0">
                <a:solidFill>
                  <a:srgbClr val="111111"/>
                </a:solidFill>
              </a:rPr>
              <a:t>failed_api</a:t>
            </a:r>
          </a:p>
        </p:txBody>
      </p:sp>
      <p:sp>
        <p:nvSpPr>
          <p:cNvPr id="16" name="Rounded Rectangle 15"/>
          <p:cNvSpPr/>
          <p:nvPr/>
        </p:nvSpPr>
        <p:spPr>
          <a:xfrm>
            <a:off x="419100" y="4800000"/>
            <a:ext cx="11353800" cy="80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Ranh giới đã khai báo trung thực: call sai schema bị MCP SDK chặn TRƯỚC handler → không có dòng nào</a:t>
            </a:r>
          </a:p>
          <a:p>
            <a:pPr algn="ctr">
              <a:spcBef>
                <a:spcPts val="200"/>
              </a:spcBef>
              <a:buNone/>
            </a:pPr>
            <a:r>
              <a:rPr sz="1000" b="0" i="0">
                <a:solidFill>
                  <a:srgbClr val="5B5B5B"/>
                </a:solidFill>
              </a:rPr>
              <a:t>manifest không nói 'audit every tool call' mà nói 'every invocation that reaches a handler'</a:t>
            </a:r>
          </a:p>
        </p:txBody>
      </p:sp>
      <p:sp>
        <p:nvSpPr>
          <p:cNvPr id="17" name="TextBox 16"/>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Audit fail-open mặc định; FORMA_AUDIT_FAIL_CLOSED=true để huỷ cả lệnh khi không ghi được 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Allow-list chứa DM id (b.&lt;guid&gt;) — nhưng không phải tool nào cũng nhận id loại đó.</a:t>
            </a:r>
          </a:p>
        </p:txBody>
      </p:sp>
      <p:sp>
        <p:nvSpPr>
          <p:cNvPr id="3" name="Title 2"/>
          <p:cNvSpPr>
            <a:spLocks noGrp="1"/>
          </p:cNvSpPr>
          <p:nvPr>
            <p:ph type="title"/>
          </p:nvPr>
        </p:nvSpPr>
        <p:spPr/>
        <p:txBody>
          <a:bodyPr/>
          <a:lstStyle/>
          <a:p>
            <a:pPr algn="l">
              <a:buNone/>
            </a:pPr>
            <a:r>
              <a:rPr sz="2850" b="1">
                <a:solidFill>
                  <a:srgbClr val="111111"/>
                </a:solidFill>
              </a:rPr>
              <a:t>Allow-list: mỗi tool tự khai mình thuộc loại nào</a:t>
            </a:r>
          </a:p>
        </p:txBody>
      </p:sp>
      <p:sp>
        <p:nvSpPr>
          <p:cNvPr id="4" name="Rounded Rectangle 3"/>
          <p:cNvSpPr/>
          <p:nvPr/>
        </p:nvSpPr>
        <p:spPr>
          <a:xfrm>
            <a:off x="419100" y="2580000"/>
            <a:ext cx="2643450" cy="140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500" b="1" i="0">
                <a:solidFill>
                  <a:srgbClr val="111111"/>
                </a:solidFill>
              </a:rPr>
              <a:t>dm</a:t>
            </a:r>
          </a:p>
          <a:p>
            <a:pPr algn="ctr">
              <a:spcBef>
                <a:spcPts val="200"/>
              </a:spcBef>
              <a:buNone/>
            </a:pPr>
            <a:r>
              <a:rPr sz="1000" b="0" i="0">
                <a:solidFill>
                  <a:srgbClr val="5B5B5B"/>
                </a:solidFill>
              </a:rPr>
              <a:t>input có DM hub/project id
→ CHECK</a:t>
            </a:r>
          </a:p>
        </p:txBody>
      </p:sp>
      <p:sp>
        <p:nvSpPr>
          <p:cNvPr id="5" name="Rounded Rectangle 4"/>
          <p:cNvSpPr/>
          <p:nvPr/>
        </p:nvSpPr>
        <p:spPr>
          <a:xfrm>
            <a:off x="3322550" y="2580000"/>
            <a:ext cx="2643450" cy="140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500" b="1" i="0">
                <a:solidFill>
                  <a:srgbClr val="111111"/>
                </a:solidFill>
              </a:rPr>
              <a:t>discovery</a:t>
            </a:r>
          </a:p>
          <a:p>
            <a:pPr algn="ctr">
              <a:spcBef>
                <a:spcPts val="200"/>
              </a:spcBef>
              <a:buNone/>
            </a:pPr>
            <a:r>
              <a:rPr sz="1000" b="0" i="0">
                <a:solidFill>
                  <a:srgbClr val="5B5B5B"/>
                </a:solidFill>
              </a:rPr>
              <a:t>không có input để scope
→ tự LỌC output</a:t>
            </a:r>
          </a:p>
        </p:txBody>
      </p:sp>
      <p:sp>
        <p:nvSpPr>
          <p:cNvPr id="6" name="Rounded Rectangle 5"/>
          <p:cNvSpPr/>
          <p:nvPr/>
        </p:nvSpPr>
        <p:spPr>
          <a:xfrm>
            <a:off x="6226000" y="2580000"/>
            <a:ext cx="2643450" cy="140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500" b="1" i="0">
                <a:solidFill>
                  <a:srgbClr val="111111"/>
                </a:solidFill>
              </a:rPr>
              <a:t>no-resource</a:t>
            </a:r>
          </a:p>
          <a:p>
            <a:pPr algn="ctr">
              <a:spcBef>
                <a:spcPts val="200"/>
              </a:spcBef>
              <a:buNone/>
            </a:pPr>
            <a:r>
              <a:rPr sz="1000" b="0" i="0">
                <a:solidFill>
                  <a:srgbClr val="5B5B5B"/>
                </a:solidFill>
              </a:rPr>
              <a:t>không đụng resource ACC
(meta_*) → bỏ qua</a:t>
            </a:r>
          </a:p>
        </p:txBody>
      </p:sp>
      <p:sp>
        <p:nvSpPr>
          <p:cNvPr id="7" name="Rounded Rectangle 6"/>
          <p:cNvSpPr/>
          <p:nvPr/>
        </p:nvSpPr>
        <p:spPr>
          <a:xfrm>
            <a:off x="9129450" y="2580000"/>
            <a:ext cx="2643450" cy="140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500" b="1" i="0">
                <a:solidFill>
                  <a:srgbClr val="111111"/>
                </a:solidFill>
              </a:rPr>
              <a:t>unmappable</a:t>
            </a:r>
          </a:p>
          <a:p>
            <a:pPr algn="ctr">
              <a:spcBef>
                <a:spcPts val="200"/>
              </a:spcBef>
              <a:buNone/>
            </a:pPr>
            <a:r>
              <a:rPr sz="1000" b="0" i="0">
                <a:solidFill>
                  <a:srgbClr val="5B5B5B"/>
                </a:solidFill>
              </a:rPr>
              <a:t>id không map về DM được
→ TỪ CHỐI</a:t>
            </a:r>
          </a:p>
        </p:txBody>
      </p:sp>
      <p:sp>
        <p:nvSpPr>
          <p:cNvPr id="8" name="Rounded Rectangle 7"/>
          <p:cNvSpPr/>
          <p:nvPr/>
        </p:nvSpPr>
        <p:spPr>
          <a:xfrm>
            <a:off x="419100" y="4250000"/>
            <a:ext cx="11353800" cy="78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aecdm_* , md_* , docs_get_viewables , issues_pin_element  =  unmappable</a:t>
            </a:r>
          </a:p>
          <a:p>
            <a:pPr algn="ctr">
              <a:spcBef>
                <a:spcPts val="200"/>
              </a:spcBef>
              <a:buNone/>
            </a:pPr>
            <a:r>
              <a:rPr sz="1000" b="0" i="0">
                <a:solidFill>
                  <a:srgbClr val="5B5B5B"/>
                </a:solidFill>
              </a:rPr>
              <a:t>AECDM có id-space riêng; /modelderivative/{urn} không scope theo project → không có gì để đối chiếu</a:t>
            </a:r>
          </a:p>
        </p:txBody>
      </p:sp>
      <p:sp>
        <p:nvSpPr>
          <p:cNvPr id="9" name="Rounded Rectangle 8"/>
          <p:cNvSpPr/>
          <p:nvPr/>
        </p:nvSpPr>
        <p:spPr>
          <a:xfrm>
            <a:off x="419100" y="5160000"/>
            <a:ext cx="11353800" cy="56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250" b="1" i="0">
                <a:solidFill>
                  <a:srgbClr val="111111"/>
                </a:solidFill>
              </a:rPr>
              <a:t>Mặc định FORMA_ALLOWED_HUBS=* và _PROJECTS=*  →  allow-list TẮT  →  không tool nào bị chặn</a:t>
            </a:r>
          </a:p>
        </p:txBody>
      </p:sp>
      <p:sp>
        <p:nvSpPr>
          <p:cNvPr id="10" name="TextBox 9"/>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Enforce tại src/tools/_wrap.ts:95-118 (enforceScope). scope là field bắt buộc: _types.ts:30-43.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Vì đoán từ tên field đã tạo ra lỗ hổng thật — đây là bug lớn nhất từng có trong repo.</a:t>
            </a:r>
          </a:p>
        </p:txBody>
      </p:sp>
      <p:sp>
        <p:nvSpPr>
          <p:cNvPr id="3" name="Title 2"/>
          <p:cNvSpPr>
            <a:spLocks noGrp="1"/>
          </p:cNvSpPr>
          <p:nvPr>
            <p:ph type="title"/>
          </p:nvPr>
        </p:nvSpPr>
        <p:spPr/>
        <p:txBody>
          <a:bodyPr/>
          <a:lstStyle/>
          <a:p>
            <a:pPr algn="l">
              <a:buNone/>
            </a:pPr>
            <a:r>
              <a:rPr sz="2850" b="1">
                <a:solidFill>
                  <a:srgbClr val="111111"/>
                </a:solidFill>
              </a:rPr>
              <a:t>Vì sao phải KHAI BÁO scope thay vì đoán từ tên field?</a:t>
            </a:r>
          </a:p>
        </p:txBody>
      </p:sp>
      <p:sp>
        <p:nvSpPr>
          <p:cNvPr id="4" name="Rounded Rectangle 3"/>
          <p:cNvSpPr/>
          <p:nvPr/>
        </p:nvSpPr>
        <p:spPr>
          <a:xfrm>
            <a:off x="419100" y="2440000"/>
            <a:ext cx="11353800" cy="62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400" b="1" i="0">
                <a:solidFill>
                  <a:srgbClr val="111111"/>
                </a:solidFill>
              </a:rPr>
              <a:t>Wrapper cũ: đọc bất kỳ input nào TÊN LÀ project_id / hub_id</a:t>
            </a:r>
          </a:p>
        </p:txBody>
      </p:sp>
      <p:sp>
        <p:nvSpPr>
          <p:cNvPr id="5" name="Rounded Rectangle 4"/>
          <p:cNvSpPr/>
          <p:nvPr/>
        </p:nvSpPr>
        <p:spPr>
          <a:xfrm>
            <a:off x="419100" y="3200000"/>
            <a:ext cx="5546900" cy="130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50" b="1" i="0">
                <a:solidFill>
                  <a:srgbClr val="111111"/>
                </a:solidFill>
              </a:rPr>
              <a:t>Sót hoàn toàn</a:t>
            </a:r>
          </a:p>
          <a:p>
            <a:pPr algn="ctr">
              <a:spcBef>
                <a:spcPts val="200"/>
              </a:spcBef>
              <a:buNone/>
            </a:pPr>
            <a:r>
              <a:rPr sz="1000" b="0" i="0">
                <a:solidFill>
                  <a:srgbClr val="5B5B5B"/>
                </a:solidFill>
              </a:rPr>
              <a:t>5 tool AECDM dùng element_group_id
md_* dùng urn  →  KHÔNG HỀ bị kiểm</a:t>
            </a:r>
          </a:p>
        </p:txBody>
      </p:sp>
      <p:sp>
        <p:nvSpPr>
          <p:cNvPr id="6" name="Rounded Rectangle 5"/>
          <p:cNvSpPr/>
          <p:nvPr/>
        </p:nvSpPr>
        <p:spPr>
          <a:xfrm>
            <a:off x="6226000" y="3200000"/>
            <a:ext cx="5546900" cy="130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50" b="1" i="0">
                <a:solidFill>
                  <a:srgbClr val="111111"/>
                </a:solidFill>
              </a:rPr>
              <a:t>Kiểm NHẦM giá trị</a:t>
            </a:r>
          </a:p>
          <a:p>
            <a:pPr algn="ctr">
              <a:spcBef>
                <a:spcPts val="200"/>
              </a:spcBef>
              <a:buNone/>
            </a:pPr>
            <a:r>
              <a:rPr sz="1000" b="0" i="0">
                <a:solidFill>
                  <a:srgbClr val="5B5B5B"/>
                </a:solidFill>
              </a:rPr>
              <a:t>aecdm_list_element_groups có field TÊN project_id
nhưng chứa AECDM id  →  so với DM id</a:t>
            </a:r>
          </a:p>
        </p:txBody>
      </p:sp>
      <p:sp>
        <p:nvSpPr>
          <p:cNvPr id="7" name="Rounded Rectangle 6"/>
          <p:cNvSpPr/>
          <p:nvPr/>
        </p:nvSpPr>
        <p:spPr>
          <a:xfrm>
            <a:off x="419100" y="4680000"/>
            <a:ext cx="11353800" cy="56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Kết quả: allow-list bật vẫn đọc được mọi model  +  từ chối oan các call hợp lệ</a:t>
            </a:r>
          </a:p>
        </p:txBody>
      </p:sp>
      <p:sp>
        <p:nvSpPr>
          <p:cNvPr id="8" name="Rounded Rectangle 7"/>
          <p:cNvSpPr/>
          <p:nvPr/>
        </p:nvSpPr>
        <p:spPr>
          <a:xfrm>
            <a:off x="419100" y="5360000"/>
            <a:ext cx="11353800" cy="62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50" b="1" i="0">
                <a:solidFill>
                  <a:srgbClr val="111111"/>
                </a:solidFill>
              </a:rPr>
              <a:t>Bài học: định danh phải theo NAMESPACE, không theo TÊN BIẾN</a:t>
            </a:r>
          </a:p>
          <a:p>
            <a:pPr algn="ctr">
              <a:spcBef>
                <a:spcPts val="200"/>
              </a:spcBef>
              <a:buNone/>
            </a:pPr>
            <a:r>
              <a:rPr sz="1000" b="0" i="0">
                <a:solidFill>
                  <a:srgbClr val="5B5B5B"/>
                </a:solidFill>
              </a:rPr>
              <a:t>khai báo tường minh + kiểu bắt buộc  →  quên = lỗi biên dịch, không phải lỗ hổng im lặng</a:t>
            </a:r>
          </a:p>
        </p:txBody>
      </p:sp>
      <p:sp>
        <p:nvSpPr>
          <p:cNvPr id="9" name="TextBox 8"/>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tests/unit/tools/registry-scope.spec.ts khoá thêm các bất biến mà compiler không diễn đạt được.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Ở mode ssa server tạo cả hai token; mỗi tool chọn một lần lúc startup — 2LO lỗi không thử lại bằng SSA.</a:t>
            </a:r>
          </a:p>
        </p:txBody>
      </p:sp>
      <p:sp>
        <p:nvSpPr>
          <p:cNvPr id="3" name="Title 2"/>
          <p:cNvSpPr>
            <a:spLocks noGrp="1"/>
          </p:cNvSpPr>
          <p:nvPr>
            <p:ph type="title"/>
          </p:nvPr>
        </p:nvSpPr>
        <p:spPr/>
        <p:txBody>
          <a:bodyPr/>
          <a:lstStyle/>
          <a:p>
            <a:pPr algn="l">
              <a:buNone/>
            </a:pPr>
            <a:r>
              <a:rPr sz="2850" b="1">
                <a:solidFill>
                  <a:srgbClr val="111111"/>
                </a:solidFill>
              </a:rPr>
              <a:t>Hai danh tính, KHÔNG phải failover</a:t>
            </a:r>
          </a:p>
        </p:txBody>
      </p:sp>
      <p:sp>
        <p:nvSpPr>
          <p:cNvPr id="4" name="Rounded Rectangle 3"/>
          <p:cNvSpPr/>
          <p:nvPr/>
        </p:nvSpPr>
        <p:spPr>
          <a:xfrm>
            <a:off x="619100" y="2520000"/>
            <a:ext cx="4700000" cy="130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500" b="1" i="0">
                <a:solidFill>
                  <a:srgbClr val="111111"/>
                </a:solidFill>
              </a:rPr>
              <a:t>SSA  —  danh tính 'robot'</a:t>
            </a:r>
          </a:p>
          <a:p>
            <a:pPr algn="ctr">
              <a:spcBef>
                <a:spcPts val="200"/>
              </a:spcBef>
              <a:buNone/>
            </a:pPr>
            <a:r>
              <a:rPr sz="1000" b="0" i="0">
                <a:solidFill>
                  <a:srgbClr val="5B5B5B"/>
                </a:solidFill>
              </a:rPr>
              <a:t>được mời vào project • thấy đúng project được gán
BẮT BUỘC cho Issues / Reviews / AECDM / MC</a:t>
            </a:r>
          </a:p>
        </p:txBody>
      </p:sp>
      <p:sp>
        <p:nvSpPr>
          <p:cNvPr id="5" name="Rounded Rectangle 4"/>
          <p:cNvSpPr/>
          <p:nvPr/>
        </p:nvSpPr>
        <p:spPr>
          <a:xfrm>
            <a:off x="6872900" y="2520000"/>
            <a:ext cx="4700000" cy="1300000"/>
          </a:xfrm>
          <a:prstGeom prst="roundRect">
            <a:avLst>
              <a:gd name="adj" fmla="val 8000"/>
            </a:avLst>
          </a:prstGeom>
          <a:solidFill>
            <a:srgbClr val="FFF0D4"/>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500" b="1" i="0">
                <a:solidFill>
                  <a:srgbClr val="111111"/>
                </a:solidFill>
              </a:rPr>
              <a:t>2LO  —  danh tính 'ứng dụng'</a:t>
            </a:r>
          </a:p>
          <a:p>
            <a:pPr algn="ctr">
              <a:spcBef>
                <a:spcPts val="200"/>
              </a:spcBef>
              <a:buNone/>
            </a:pPr>
            <a:r>
              <a:rPr sz="1000" b="0" i="0">
                <a:solidFill>
                  <a:srgbClr val="5B5B5B"/>
                </a:solidFill>
              </a:rPr>
              <a:t>client_credentials • thấy MỌI project trong hub
dùng cho DM / Admin / MD / Docs (preferredAuth)</a:t>
            </a:r>
          </a:p>
        </p:txBody>
      </p:sp>
      <p:sp>
        <p:nvSpPr>
          <p:cNvPr id="6" name="Rounded Rectangle 5"/>
          <p:cNvSpPr/>
          <p:nvPr/>
        </p:nvSpPr>
        <p:spPr>
          <a:xfrm>
            <a:off x="419100" y="4100000"/>
            <a:ext cx="11353800" cy="78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50" b="1" i="0">
                <a:solidFill>
                  <a:srgbClr val="111111"/>
                </a:solidFill>
              </a:rPr>
              <a:t>Manifest từng khai '2LO ... with SSA as fallback'  —  fallback CHƯA TỪNG TỒN TẠI</a:t>
            </a:r>
          </a:p>
          <a:p>
            <a:pPr algn="ctr">
              <a:spcBef>
                <a:spcPts val="200"/>
              </a:spcBef>
              <a:buNone/>
            </a:pPr>
            <a:r>
              <a:rPr sz="1000" b="0" i="0">
                <a:solidFill>
                  <a:srgbClr val="5B5B5B"/>
                </a:solidFill>
              </a:rPr>
              <a:t>index.ts:44 LUÔN gán auth2lo ở mode ssa → nhánh kiểm ctx.auth2lo không bao giờ rơi về SSA</a:t>
            </a:r>
          </a:p>
        </p:txBody>
      </p:sp>
      <p:sp>
        <p:nvSpPr>
          <p:cNvPr id="7" name="Rounded Rectangle 6"/>
          <p:cNvSpPr/>
          <p:nvPr/>
        </p:nvSpPr>
        <p:spPr>
          <a:xfrm>
            <a:off x="419100" y="5000000"/>
            <a:ext cx="11353800" cy="72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50" b="1" i="0">
                <a:solidFill>
                  <a:srgbClr val="111111"/>
                </a:solidFill>
              </a:rPr>
              <a:t>Bài học: claim thừa kế KHÔNG phải bằng chứng</a:t>
            </a:r>
          </a:p>
          <a:p>
            <a:pPr algn="ctr">
              <a:spcBef>
                <a:spcPts val="200"/>
              </a:spcBef>
              <a:buNone/>
            </a:pPr>
            <a:r>
              <a:rPr sz="1000" b="0" i="0">
                <a:solidFill>
                  <a:srgbClr val="5B5B5B"/>
                </a:solidFill>
              </a:rPr>
              <a:t>câu đó nghe hợp lý nên sống sót nhiều vòng review — đến khi có người đối chiếu với code</a:t>
            </a:r>
          </a:p>
        </p:txBody>
      </p:sp>
      <p:sp>
        <p:nvSpPr>
          <p:cNvPr id="8" name="TextBox 7"/>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Cùng họ với lỗi app_model: ghi chú nội bộ nói 'FAQ không định nghĩa A/B/C' — định nghĩa nằm TRANG 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Bốn cái bẫy này không phải lý thuyết — mỗi cái đều tốn ít nhất một vòng review để phát hiện.</a:t>
            </a:r>
          </a:p>
        </p:txBody>
      </p:sp>
      <p:sp>
        <p:nvSpPr>
          <p:cNvPr id="3" name="Title 2"/>
          <p:cNvSpPr>
            <a:spLocks noGrp="1"/>
          </p:cNvSpPr>
          <p:nvPr>
            <p:ph type="title"/>
          </p:nvPr>
        </p:nvSpPr>
        <p:spPr/>
        <p:txBody>
          <a:bodyPr/>
          <a:lstStyle/>
          <a:p>
            <a:pPr algn="l">
              <a:buNone/>
            </a:pPr>
            <a:r>
              <a:rPr sz="2850" b="1">
                <a:solidFill>
                  <a:srgbClr val="111111"/>
                </a:solidFill>
              </a:rPr>
              <a:t>Những cái bẫy đã trả giá thật</a:t>
            </a:r>
          </a:p>
        </p:txBody>
      </p:sp>
      <p:sp>
        <p:nvSpPr>
          <p:cNvPr id="4" name="Rounded Rectangle 3"/>
          <p:cNvSpPr/>
          <p:nvPr/>
        </p:nvSpPr>
        <p:spPr>
          <a:xfrm>
            <a:off x="419100" y="2480000"/>
            <a:ext cx="5546900" cy="135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Verifier tự chế cho GREEN GIẢ</a:t>
            </a:r>
          </a:p>
          <a:p>
            <a:pPr algn="ctr">
              <a:spcBef>
                <a:spcPts val="200"/>
              </a:spcBef>
              <a:buNone/>
            </a:pPr>
            <a:r>
              <a:rPr sz="950" b="0" i="0">
                <a:solidFill>
                  <a:srgbClr val="5B5B5B"/>
                </a:solidFill>
              </a:rPr>
              <a:t>regex báo '0 vi phạm' trong khi còn 6
193 test xanh mà exe sai version</a:t>
            </a:r>
          </a:p>
        </p:txBody>
      </p:sp>
      <p:sp>
        <p:nvSpPr>
          <p:cNvPr id="5" name="Rounded Rectangle 4"/>
          <p:cNvSpPr/>
          <p:nvPr/>
        </p:nvSpPr>
        <p:spPr>
          <a:xfrm>
            <a:off x="6226000" y="2480000"/>
            <a:ext cx="5546900" cy="135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Im lặng bị đọc thành PASS</a:t>
            </a:r>
          </a:p>
          <a:p>
            <a:pPr algn="ctr">
              <a:spcBef>
                <a:spcPts val="200"/>
              </a:spcBef>
              <a:buNone/>
            </a:pPr>
            <a:r>
              <a:rPr sz="950" b="0" i="0">
                <a:solidFill>
                  <a:srgbClr val="5B5B5B"/>
                </a:solidFill>
              </a:rPr>
              <a:t>probe in ALLOWED! cho 16 tool
thực ra server chết lúc khởi động</a:t>
            </a:r>
          </a:p>
        </p:txBody>
      </p:sp>
      <p:sp>
        <p:nvSpPr>
          <p:cNvPr id="6" name="Rounded Rectangle 5"/>
          <p:cNvSpPr/>
          <p:nvPr/>
        </p:nvSpPr>
        <p:spPr>
          <a:xfrm>
            <a:off x="419100" y="3980000"/>
            <a:ext cx="5546900" cy="1350000"/>
          </a:xfrm>
          <a:prstGeom prst="roundRect">
            <a:avLst>
              <a:gd name="adj" fmla="val 8000"/>
            </a:avLst>
          </a:prstGeom>
          <a:solidFill>
            <a:srgbClr val="FFF0D4"/>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Một sự thật, NĂM bản sao</a:t>
            </a:r>
          </a:p>
          <a:p>
            <a:pPr algn="ctr">
              <a:spcBef>
                <a:spcPts val="200"/>
              </a:spcBef>
              <a:buNone/>
            </a:pPr>
            <a:r>
              <a:rPr sz="950" b="0" i="0">
                <a:solidFill>
                  <a:srgbClr val="5B5B5B"/>
                </a:solidFill>
              </a:rPr>
              <a:t>runtime • manifest • form • README • email
sửa 3 sót 2, lặp lại 5 vòng</a:t>
            </a:r>
          </a:p>
        </p:txBody>
      </p:sp>
      <p:sp>
        <p:nvSpPr>
          <p:cNvPr id="7" name="Rounded Rectangle 6"/>
          <p:cNvSpPr/>
          <p:nvPr/>
        </p:nvSpPr>
        <p:spPr>
          <a:xfrm>
            <a:off x="6226000" y="3980000"/>
            <a:ext cx="5546900" cy="1350000"/>
          </a:xfrm>
          <a:prstGeom prst="roundRect">
            <a:avLst>
              <a:gd name="adj" fmla="val 8000"/>
            </a:avLst>
          </a:prstGeom>
          <a:solidFill>
            <a:srgbClr val="FFF0D4"/>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hookTimeout ≠ testTimeout</a:t>
            </a:r>
          </a:p>
          <a:p>
            <a:pPr algn="ctr">
              <a:spcBef>
                <a:spcPts val="200"/>
              </a:spcBef>
              <a:buNone/>
            </a:pPr>
            <a:r>
              <a:rPr sz="950" b="0" i="0">
                <a:solidFill>
                  <a:srgbClr val="5B5B5B"/>
                </a:solidFill>
              </a:rPr>
              <a:t>nâng testTimeout 30s nhưng suite import
trong beforeAll vẫn bị chặn ở 10s</a:t>
            </a:r>
          </a:p>
        </p:txBody>
      </p:sp>
      <p:sp>
        <p:nvSpPr>
          <p:cNvPr id="8" name="Rounded Rectangle 7"/>
          <p:cNvSpPr/>
          <p:nvPr/>
        </p:nvSpPr>
        <p:spPr>
          <a:xfrm>
            <a:off x="419100" y="5480000"/>
            <a:ext cx="11353800" cy="62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50" b="1" i="0">
                <a:solidFill>
                  <a:srgbClr val="111111"/>
                </a:solidFill>
              </a:rPr>
              <a:t>Cách duy nhất dứt vòng lặp: biến check tay thành check máy</a:t>
            </a:r>
          </a:p>
          <a:p>
            <a:pPr algn="ctr">
              <a:spcBef>
                <a:spcPts val="200"/>
              </a:spcBef>
              <a:buNone/>
            </a:pPr>
            <a:r>
              <a:rPr sz="1000" b="0" i="0">
                <a:solidFill>
                  <a:srgbClr val="5B5B5B"/>
                </a:solidFill>
              </a:rPr>
              <a:t>manifest-sync.spec.ts  •  version-sync.spec.ts  •  registry-scope.spec.ts  •  env-free.spec.ts</a:t>
            </a:r>
          </a:p>
        </p:txBody>
      </p:sp>
      <p:sp>
        <p:nvSpPr>
          <p:cNvPr id="9" name="TextBox 8"/>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Probe phải phân biệt BA trạng thái: đạt / vi phạm / không phản hồi — im lặng không bao giờ là pass.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Giới hạn của NGUỒN DỮ LIỆU, không phải do query chưa đủ thông minh — và có guardrail chặn LLM đi vào ngõ cụt.</a:t>
            </a:r>
          </a:p>
        </p:txBody>
      </p:sp>
      <p:sp>
        <p:nvSpPr>
          <p:cNvPr id="3" name="Title 2"/>
          <p:cNvSpPr>
            <a:spLocks noGrp="1"/>
          </p:cNvSpPr>
          <p:nvPr>
            <p:ph type="title"/>
          </p:nvPr>
        </p:nvSpPr>
        <p:spPr/>
        <p:txBody>
          <a:bodyPr/>
          <a:lstStyle/>
          <a:p>
            <a:pPr algn="l">
              <a:buNone/>
            </a:pPr>
            <a:r>
              <a:rPr sz="2850" b="1">
                <a:solidFill>
                  <a:srgbClr val="111111"/>
                </a:solidFill>
              </a:rPr>
              <a:t>Vì sao AECDM không có 'Level'?</a:t>
            </a:r>
          </a:p>
        </p:txBody>
      </p:sp>
      <p:sp>
        <p:nvSpPr>
          <p:cNvPr id="4" name="Rounded Rectangle 3"/>
          <p:cNvSpPr/>
          <p:nvPr/>
        </p:nvSpPr>
        <p:spPr>
          <a:xfrm>
            <a:off x="619100" y="2500000"/>
            <a:ext cx="4700000" cy="1250000"/>
          </a:xfrm>
          <a:prstGeom prst="roundRect">
            <a:avLst>
              <a:gd name="adj" fmla="val 8000"/>
            </a:avLst>
          </a:prstGeom>
          <a:solidFill>
            <a:srgbClr val="FF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500" b="1" i="0">
                <a:solidFill>
                  <a:srgbClr val="111111"/>
                </a:solidFill>
              </a:rPr>
              <a:t>AECDM  (GraphQL)</a:t>
            </a:r>
          </a:p>
          <a:p>
            <a:pPr algn="ctr">
              <a:spcBef>
                <a:spcPts val="200"/>
              </a:spcBef>
              <a:buNone/>
            </a:pPr>
            <a:r>
              <a:rPr sz="1000" b="0" i="0">
                <a:solidFill>
                  <a:srgbClr val="5B5B5B"/>
                </a:solidFill>
              </a:rPr>
              <a:t>chỉ phơi ra VALUE parameter
giữ Base Offset, Elevation at Bottom
MẤT Level / Base Constraint / Host</a:t>
            </a:r>
          </a:p>
        </p:txBody>
      </p:sp>
      <p:sp>
        <p:nvSpPr>
          <p:cNvPr id="5" name="Rounded Rectangle 4"/>
          <p:cNvSpPr/>
          <p:nvPr/>
        </p:nvSpPr>
        <p:spPr>
          <a:xfrm>
            <a:off x="6872900" y="2500000"/>
            <a:ext cx="4700000" cy="125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500" b="1" i="0">
                <a:solidFill>
                  <a:srgbClr val="111111"/>
                </a:solidFill>
              </a:rPr>
              <a:t>Model Derivative  (SVF2)</a:t>
            </a:r>
          </a:p>
          <a:p>
            <a:pPr algn="ctr">
              <a:spcBef>
                <a:spcPts val="200"/>
              </a:spcBef>
              <a:buNone/>
            </a:pPr>
            <a:r>
              <a:rPr sz="1000" b="0" i="0">
                <a:solidFill>
                  <a:srgbClr val="5B5B5B"/>
                </a:solidFill>
              </a:rPr>
              <a:t>phơi ra TOÀN BỘ parameter Revit
md_get_properties + group_by
→ tổng diện tích theo tầng</a:t>
            </a:r>
          </a:p>
        </p:txBody>
      </p:sp>
      <p:sp>
        <p:nvSpPr>
          <p:cNvPr id="6" name="Rounded Rectangle 5"/>
          <p:cNvSpPr/>
          <p:nvPr/>
        </p:nvSpPr>
        <p:spPr>
          <a:xfrm>
            <a:off x="419100" y="4020000"/>
            <a:ext cx="11353800" cy="70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00" b="1" i="0">
                <a:solidFill>
                  <a:srgbClr val="111111"/>
                </a:solidFill>
              </a:rPr>
              <a:t>Level / Base Constraint / Host là REFERENCE parameter — trỏ tới element khác, không phải giá trị</a:t>
            </a:r>
          </a:p>
          <a:p>
            <a:pPr algn="ctr">
              <a:spcBef>
                <a:spcPts val="200"/>
              </a:spcBef>
              <a:buNone/>
            </a:pPr>
            <a:r>
              <a:rPr sz="1000" b="0" i="0">
                <a:solidFill>
                  <a:srgbClr val="5B5B5B"/>
                </a:solidFill>
              </a:rPr>
              <a:t>AECDM làm phẳng tập property nên chỉ giữ được các scalar, mất luôn cái trỏ tới node Level</a:t>
            </a:r>
          </a:p>
        </p:txBody>
      </p:sp>
      <p:sp>
        <p:nvSpPr>
          <p:cNvPr id="7" name="Rounded Rectangle 6"/>
          <p:cNvSpPr/>
          <p:nvPr/>
        </p:nvSpPr>
        <p:spPr>
          <a:xfrm>
            <a:off x="419100" y="4850000"/>
            <a:ext cx="11353800" cy="760000"/>
          </a:xfrm>
          <a:prstGeom prst="roundRect">
            <a:avLst>
              <a:gd name="adj" fmla="val 8000"/>
            </a:avLst>
          </a:prstGeom>
          <a:solidFill>
            <a:srgbClr val="DCE8FF"/>
          </a:solidFill>
          <a:ln w="9525">
            <a:solidFill>
              <a:srgbClr val="2F6FED"/>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ctr">
              <a:buNone/>
            </a:pPr>
            <a:r>
              <a:rPr sz="1350" b="1" i="0">
                <a:solidFill>
                  <a:srgbClr val="111111"/>
                </a:solidFill>
              </a:rPr>
              <a:t>Guardrail runtime: src/tools/aecdm/_param-guidance.ts</a:t>
            </a:r>
          </a:p>
          <a:p>
            <a:pPr algn="ctr">
              <a:spcBef>
                <a:spcPts val="200"/>
              </a:spcBef>
              <a:buNone/>
            </a:pPr>
            <a:r>
              <a:rPr sz="1000" b="0" i="0">
                <a:solidFill>
                  <a:srgbClr val="5B5B5B"/>
                </a:solidFill>
              </a:rPr>
              <a:t>LLM gọi aggregate với group_by='Level' → short-circuit + chỉ đường sang md_get_properties</a:t>
            </a:r>
          </a:p>
        </p:txBody>
      </p:sp>
      <p:sp>
        <p:nvSpPr>
          <p:cNvPr id="8" name="TextBox 7"/>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Live-verified: Floors 203 across 14 levels, tổng 72,671 ft²; Walls 3046 across 16 groups.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51"/>
          </p:nvPr>
        </p:nvSpPr>
        <p:spPr/>
        <p:txBody>
          <a:bodyPr wrap="square" anchor="t"/>
          <a:lstStyle/>
          <a:p>
            <a:pPr algn="l">
              <a:buNone/>
            </a:pPr>
            <a:r>
              <a:rPr sz="1650">
                <a:solidFill>
                  <a:srgbClr val="5B5B5B"/>
                </a:solidFill>
              </a:rPr>
              <a:t>Nếu chỉ nhớ năm điều từ cả codebase này, nhớ năm điều dưới đây.</a:t>
            </a:r>
          </a:p>
        </p:txBody>
      </p:sp>
      <p:sp>
        <p:nvSpPr>
          <p:cNvPr id="3" name="Title 2"/>
          <p:cNvSpPr>
            <a:spLocks noGrp="1"/>
          </p:cNvSpPr>
          <p:nvPr>
            <p:ph type="title"/>
          </p:nvPr>
        </p:nvSpPr>
        <p:spPr/>
        <p:txBody>
          <a:bodyPr/>
          <a:lstStyle/>
          <a:p>
            <a:pPr algn="l">
              <a:buNone/>
            </a:pPr>
            <a:r>
              <a:rPr sz="2850" b="1">
                <a:solidFill>
                  <a:srgbClr val="111111"/>
                </a:solidFill>
              </a:rPr>
              <a:t>5 điều phải nhớ</a:t>
            </a:r>
          </a:p>
        </p:txBody>
      </p:sp>
      <p:sp>
        <p:nvSpPr>
          <p:cNvPr id="4" name="Oval 3"/>
          <p:cNvSpPr/>
          <p:nvPr/>
        </p:nvSpPr>
        <p:spPr>
          <a:xfrm>
            <a:off x="419100" y="2510000"/>
            <a:ext cx="380000" cy="380000"/>
          </a:xfrm>
          <a:prstGeom prst="ellipse">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buNone/>
            </a:pPr>
            <a:r>
              <a:rPr sz="1400" b="1" i="0">
                <a:solidFill>
                  <a:srgbClr val="FFFFFF"/>
                </a:solidFill>
              </a:rPr>
              <a:t>1</a:t>
            </a:r>
          </a:p>
        </p:txBody>
      </p:sp>
      <p:sp>
        <p:nvSpPr>
          <p:cNvPr id="5" name="Rounded Rectangle 4"/>
          <p:cNvSpPr/>
          <p:nvPr/>
        </p:nvSpPr>
        <p:spPr>
          <a:xfrm>
            <a:off x="939100" y="2380000"/>
            <a:ext cx="10833800" cy="64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l">
              <a:buNone/>
            </a:pPr>
            <a:r>
              <a:rPr sz="1400" b="1" i="0">
                <a:solidFill>
                  <a:srgbClr val="111111"/>
                </a:solidFill>
              </a:rPr>
              <a:t>An toàn phải là MẶC ĐỊNH</a:t>
            </a:r>
          </a:p>
          <a:p>
            <a:pPr algn="l">
              <a:spcBef>
                <a:spcPts val="200"/>
              </a:spcBef>
              <a:buNone/>
            </a:pPr>
            <a:r>
              <a:rPr sz="1000" b="0" i="0">
                <a:solidFill>
                  <a:srgbClr val="5B5B5B"/>
                </a:solidFill>
              </a:rPr>
              <a:t>dry_run=true tự tiêm vào mọi mutation tool — ai quên đọc docs vẫn an toàn</a:t>
            </a:r>
          </a:p>
        </p:txBody>
      </p:sp>
      <p:sp>
        <p:nvSpPr>
          <p:cNvPr id="6" name="Oval 5"/>
          <p:cNvSpPr/>
          <p:nvPr/>
        </p:nvSpPr>
        <p:spPr>
          <a:xfrm>
            <a:off x="419100" y="3280000"/>
            <a:ext cx="380000" cy="380000"/>
          </a:xfrm>
          <a:prstGeom prst="ellipse">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buNone/>
            </a:pPr>
            <a:r>
              <a:rPr sz="1400" b="1" i="0">
                <a:solidFill>
                  <a:srgbClr val="FFFFFF"/>
                </a:solidFill>
              </a:rPr>
              <a:t>2</a:t>
            </a:r>
          </a:p>
        </p:txBody>
      </p:sp>
      <p:sp>
        <p:nvSpPr>
          <p:cNvPr id="7" name="Rounded Rectangle 6"/>
          <p:cNvSpPr/>
          <p:nvPr/>
        </p:nvSpPr>
        <p:spPr>
          <a:xfrm>
            <a:off x="939100" y="3150000"/>
            <a:ext cx="10833800" cy="64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l">
              <a:buNone/>
            </a:pPr>
            <a:r>
              <a:rPr sz="1400" b="1" i="0">
                <a:solidFill>
                  <a:srgbClr val="111111"/>
                </a:solidFill>
              </a:rPr>
              <a:t>Dồn an toàn vào MỘT chỗ</a:t>
            </a:r>
          </a:p>
          <a:p>
            <a:pPr algn="l">
              <a:spcBef>
                <a:spcPts val="200"/>
              </a:spcBef>
              <a:buNone/>
            </a:pPr>
            <a:r>
              <a:rPr sz="1000" b="0" i="0">
                <a:solidFill>
                  <a:srgbClr val="5B5B5B"/>
                </a:solidFill>
              </a:rPr>
              <a:t>46 tool × 8 lớp = 368 chỗ có thể quên; _wrap.ts lo hết thì tool thứ 47 tự động được bảo vệ</a:t>
            </a:r>
          </a:p>
        </p:txBody>
      </p:sp>
      <p:sp>
        <p:nvSpPr>
          <p:cNvPr id="8" name="Oval 7"/>
          <p:cNvSpPr/>
          <p:nvPr/>
        </p:nvSpPr>
        <p:spPr>
          <a:xfrm>
            <a:off x="419100" y="4050000"/>
            <a:ext cx="380000" cy="380000"/>
          </a:xfrm>
          <a:prstGeom prst="ellipse">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buNone/>
            </a:pPr>
            <a:r>
              <a:rPr sz="1400" b="1" i="0">
                <a:solidFill>
                  <a:srgbClr val="FFFFFF"/>
                </a:solidFill>
              </a:rPr>
              <a:t>3</a:t>
            </a:r>
          </a:p>
        </p:txBody>
      </p:sp>
      <p:sp>
        <p:nvSpPr>
          <p:cNvPr id="9" name="Rounded Rectangle 8"/>
          <p:cNvSpPr/>
          <p:nvPr/>
        </p:nvSpPr>
        <p:spPr>
          <a:xfrm>
            <a:off x="939100" y="3920000"/>
            <a:ext cx="10833800" cy="64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l">
              <a:buNone/>
            </a:pPr>
            <a:r>
              <a:rPr sz="1400" b="1" i="0">
                <a:solidFill>
                  <a:srgbClr val="111111"/>
                </a:solidFill>
              </a:rPr>
              <a:t>Khai báo &gt; suy đoán</a:t>
            </a:r>
          </a:p>
          <a:p>
            <a:pPr algn="l">
              <a:spcBef>
                <a:spcPts val="200"/>
              </a:spcBef>
              <a:buNone/>
            </a:pPr>
            <a:r>
              <a:rPr sz="1000" b="0" i="0">
                <a:solidFill>
                  <a:srgbClr val="5B5B5B"/>
                </a:solidFill>
              </a:rPr>
              <a:t>scope là field bắt buộc → quên là lỗi biên dịch, không phải lỗ hổng im lặng</a:t>
            </a:r>
          </a:p>
        </p:txBody>
      </p:sp>
      <p:sp>
        <p:nvSpPr>
          <p:cNvPr id="10" name="Oval 9"/>
          <p:cNvSpPr/>
          <p:nvPr/>
        </p:nvSpPr>
        <p:spPr>
          <a:xfrm>
            <a:off x="419100" y="4820000"/>
            <a:ext cx="380000" cy="380000"/>
          </a:xfrm>
          <a:prstGeom prst="ellipse">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buNone/>
            </a:pPr>
            <a:r>
              <a:rPr sz="1400" b="1" i="0">
                <a:solidFill>
                  <a:srgbClr val="FFFFFF"/>
                </a:solidFill>
              </a:rPr>
              <a:t>4</a:t>
            </a:r>
          </a:p>
        </p:txBody>
      </p:sp>
      <p:sp>
        <p:nvSpPr>
          <p:cNvPr id="11" name="Rounded Rectangle 10"/>
          <p:cNvSpPr/>
          <p:nvPr/>
        </p:nvSpPr>
        <p:spPr>
          <a:xfrm>
            <a:off x="939100" y="4690000"/>
            <a:ext cx="10833800" cy="640000"/>
          </a:xfrm>
          <a:prstGeom prst="roundRect">
            <a:avLst>
              <a:gd name="adj" fmla="val 8000"/>
            </a:avLst>
          </a:prstGeom>
          <a:solidFill>
            <a:srgbClr val="F5F5F0"/>
          </a:solidFill>
          <a:ln w="9525">
            <a:solidFill>
              <a:srgbClr val="D5D5CB"/>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l">
              <a:buNone/>
            </a:pPr>
            <a:r>
              <a:rPr sz="1400" b="1" i="0">
                <a:solidFill>
                  <a:srgbClr val="111111"/>
                </a:solidFill>
              </a:rPr>
              <a:t>Tuyên bố phải khớp HÀNH VI</a:t>
            </a:r>
          </a:p>
          <a:p>
            <a:pPr algn="l">
              <a:spcBef>
                <a:spcPts val="200"/>
              </a:spcBef>
              <a:buNone/>
            </a:pPr>
            <a:r>
              <a:rPr sz="1000" b="0" i="0">
                <a:solidFill>
                  <a:srgbClr val="5B5B5B"/>
                </a:solidFill>
              </a:rPr>
              <a:t>manifest/README/PRIVACY là artifact bị review — nói 'audit mọi thứ' mà fail-open là nói dối</a:t>
            </a:r>
          </a:p>
        </p:txBody>
      </p:sp>
      <p:sp>
        <p:nvSpPr>
          <p:cNvPr id="12" name="Oval 11"/>
          <p:cNvSpPr/>
          <p:nvPr/>
        </p:nvSpPr>
        <p:spPr>
          <a:xfrm>
            <a:off x="419100" y="5590000"/>
            <a:ext cx="380000" cy="380000"/>
          </a:xfrm>
          <a:prstGeom prst="ellipse">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buNone/>
            </a:pPr>
            <a:r>
              <a:rPr sz="1400" b="1" i="0">
                <a:solidFill>
                  <a:srgbClr val="FFFFFF"/>
                </a:solidFill>
              </a:rPr>
              <a:t>5</a:t>
            </a:r>
          </a:p>
        </p:txBody>
      </p:sp>
      <p:sp>
        <p:nvSpPr>
          <p:cNvPr id="13" name="Rounded Rectangle 12"/>
          <p:cNvSpPr/>
          <p:nvPr/>
        </p:nvSpPr>
        <p:spPr>
          <a:xfrm>
            <a:off x="939100" y="5460000"/>
            <a:ext cx="10833800" cy="640000"/>
          </a:xfrm>
          <a:prstGeom prst="roundRect">
            <a:avLst>
              <a:gd name="adj" fmla="val 8000"/>
            </a:avLst>
          </a:prstGeom>
          <a:solidFill>
            <a:srgbClr val="DFF7EC"/>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2860" bIns="22860" wrap="square"/>
          <a:lstStyle/>
          <a:p>
            <a:pPr algn="l">
              <a:buNone/>
            </a:pPr>
            <a:r>
              <a:rPr sz="1400" b="1" i="0">
                <a:solidFill>
                  <a:srgbClr val="111111"/>
                </a:solidFill>
              </a:rPr>
              <a:t>Check tay sẽ lệch, check máy thì không</a:t>
            </a:r>
          </a:p>
          <a:p>
            <a:pPr algn="l">
              <a:spcBef>
                <a:spcPts val="200"/>
              </a:spcBef>
              <a:buNone/>
            </a:pPr>
            <a:r>
              <a:rPr sz="1000" b="0" i="0">
                <a:solidFill>
                  <a:srgbClr val="5B5B5B"/>
                </a:solidFill>
              </a:rPr>
              <a:t>5 vòng review chỉ dứt khi viết manifest-sync.spec.ts</a:t>
            </a:r>
          </a:p>
        </p:txBody>
      </p:sp>
      <p:sp>
        <p:nvSpPr>
          <p:cNvPr id="14" name="TextBox 13"/>
          <p:cNvSpPr txBox="1"/>
          <p:nvPr/>
        </p:nvSpPr>
        <p:spPr>
          <a:xfrm>
            <a:off x="419100" y="6300000"/>
            <a:ext cx="11353800" cy="400000"/>
          </a:xfrm>
          <a:prstGeom prst="rect">
            <a:avLst/>
          </a:prstGeom>
          <a:noFill/>
        </p:spPr>
        <p:txBody>
          <a:bodyPr wrap="square" lIns="0" rIns="0" tIns="0" bIns="0" anchor="t">
            <a:spAutoFit/>
          </a:bodyPr>
          <a:lstStyle/>
          <a:p>
            <a:pPr algn="l">
              <a:buNone/>
            </a:pPr>
            <a:r>
              <a:rPr sz="1275" b="0" i="1">
                <a:solidFill>
                  <a:srgbClr val="5B5B5B"/>
                </a:solidFill>
              </a:rPr>
              <a:t>Chi tiết đầy đủ + câu hỏi tự kiểm: docs/study/STUDY_toan-bo-codebase.md</a:t>
            </a:r>
          </a:p>
        </p:txBody>
      </p:sp>
    </p:spTree>
  </p:cSld>
  <p:clrMapOvr>
    <a:masterClrMapping/>
  </p:clrMapOvr>
</p:sld>
</file>

<file path=ppt/theme/theme1.xml><?xml version="1.0" encoding="utf-8"?>
<a:theme xmlns:a="http://schemas.openxmlformats.org/drawingml/2006/main" name="Light template (light content slides only)">
  <a:themeElements>
    <a:clrScheme name="Autodesk">
      <a:dk1>
        <a:srgbClr val="000000"/>
      </a:dk1>
      <a:lt1>
        <a:srgbClr val="FFFFFF"/>
      </a:lt1>
      <a:dk2>
        <a:srgbClr val="666666"/>
      </a:dk2>
      <a:lt2>
        <a:srgbClr val="F5F5F0"/>
      </a:lt2>
      <a:accent1>
        <a:srgbClr val="F09D4F"/>
      </a:accent1>
      <a:accent2>
        <a:srgbClr val="F2510A"/>
      </a:accent2>
      <a:accent3>
        <a:srgbClr val="1D91D0"/>
      </a:accent3>
      <a:accent4>
        <a:srgbClr val="2AD0A9"/>
      </a:accent4>
      <a:accent5>
        <a:srgbClr val="FFFE00"/>
      </a:accent5>
      <a:accent6>
        <a:srgbClr val="D5D5CB"/>
      </a:accent6>
      <a:hlink>
        <a:srgbClr val="1278AF"/>
      </a:hlink>
      <a:folHlink>
        <a:srgbClr val="D34612"/>
      </a:folHlink>
    </a:clrScheme>
    <a:fontScheme name="Autodesk">
      <a:majorFont>
        <a:latin typeface="Artifakt Legend"/>
        <a:ea typeface=""/>
        <a:cs typeface=""/>
      </a:majorFont>
      <a:minorFont>
        <a:latin typeface="Artifakt Element"/>
        <a:ea typeface=""/>
        <a:cs typeface=""/>
      </a:minorFont>
    </a:fontScheme>
    <a:fmtScheme name="Autodes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2026-06-19T14:08:00.0570000Z</dcterms:created>
  <dcterms:modified xsi:type="dcterms:W3CDTF">2026-06-19T14:08:00.0570000Z</dcterms:modified>
</coreProperties>
</file>